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71eff3b68f4b82" /><Relationship Type="http://schemas.openxmlformats.org/officeDocument/2006/relationships/extended-properties" Target="/docProps/app.xml" Id="Rc7f504d4158f4447" /><Relationship Type="http://schemas.openxmlformats.org/officeDocument/2006/relationships/officeDocument" Target="/ppt/presentation.xml" Id="Ree2ec7d8d93140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3046a9534f4f82"/>
  </p:sldMasterIdLst>
  <p:notesMasterIdLst>
    <p:notesMasterId xmlns:r="http://schemas.openxmlformats.org/officeDocument/2006/relationships" r:id="R1af4607680af499f"/>
  </p:notesMasterIdLst>
  <p:sldIdLst>
    <p:sldId xmlns:r="http://schemas.openxmlformats.org/officeDocument/2006/relationships" id="256" r:id="Rf35c53caff51434c"/>
    <p:sldId xmlns:r="http://schemas.openxmlformats.org/officeDocument/2006/relationships" id="257" r:id="R458760a4fc0f4120"/>
    <p:sldId xmlns:r="http://schemas.openxmlformats.org/officeDocument/2006/relationships" id="258" r:id="R6c095c776a5b4b4c"/>
    <p:sldId xmlns:r="http://schemas.openxmlformats.org/officeDocument/2006/relationships" id="259" r:id="Rf8d4befb62b6448a"/>
    <p:sldId xmlns:r="http://schemas.openxmlformats.org/officeDocument/2006/relationships" id="260" r:id="Rb771ebc5f9c645e4"/>
    <p:sldId xmlns:r="http://schemas.openxmlformats.org/officeDocument/2006/relationships" id="261" r:id="Rc54c6bf15e50421f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4c444d95f54881" /><Relationship Type="http://schemas.openxmlformats.org/officeDocument/2006/relationships/slideMaster" Target="/ppt/slideMasters/slideMaster1.xml" Id="R363046a9534f4f82" /><Relationship Type="http://schemas.openxmlformats.org/officeDocument/2006/relationships/notesMaster" Target="/ppt/notesMasters/notesMaster1.xml" Id="R1af4607680af499f" /><Relationship Type="http://schemas.openxmlformats.org/officeDocument/2006/relationships/presProps" Target="/ppt/presProps.xml" Id="R28647eff5ec749de" /><Relationship Type="http://schemas.openxmlformats.org/officeDocument/2006/relationships/tableStyles" Target="/ppt/tableStyles.xml" Id="Rd4c8f2c002d143ae" /><Relationship Type="http://schemas.openxmlformats.org/officeDocument/2006/relationships/slide" Target="/ppt/slides/slide1.xml" Id="Rf35c53caff51434c" /><Relationship Type="http://schemas.openxmlformats.org/officeDocument/2006/relationships/slide" Target="/ppt/slides/slide2.xml" Id="R458760a4fc0f4120" /><Relationship Type="http://schemas.openxmlformats.org/officeDocument/2006/relationships/slide" Target="/ppt/slides/slide3.xml" Id="R6c095c776a5b4b4c" /><Relationship Type="http://schemas.openxmlformats.org/officeDocument/2006/relationships/slide" Target="/ppt/slides/slide4.xml" Id="Rf8d4befb62b6448a" /><Relationship Type="http://schemas.openxmlformats.org/officeDocument/2006/relationships/slide" Target="/ppt/slides/slide5.xml" Id="Rb771ebc5f9c645e4" /><Relationship Type="http://schemas.openxmlformats.org/officeDocument/2006/relationships/slide" Target="/ppt/slides/slide6.xml" Id="Rc54c6bf15e5042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3f2b903c624f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Warm Glass">
      <a:dk1>
        <a:srgbClr val="101219"/>
      </a:dk1>
      <a:lt1>
        <a:srgbClr val="FFFFFF"/>
      </a:lt1>
      <a:dk2>
        <a:srgbClr val="333333"/>
      </a:dk2>
      <a:lt2>
        <a:srgbClr val="FFF6EC"/>
      </a:lt2>
      <a:accent1>
        <a:srgbClr val="FF3D12"/>
      </a:accent1>
      <a:accent2>
        <a:srgbClr val="B92A16"/>
      </a:accent2>
      <a:accent3>
        <a:srgbClr val="FF7800"/>
      </a:accent3>
      <a:accent4>
        <a:srgbClr val="F28662"/>
      </a:accent4>
      <a:accent5>
        <a:srgbClr val="F2CB85"/>
      </a:accent5>
      <a:accent6>
        <a:srgbClr val="66615E"/>
      </a:accent6>
      <a:hlink>
        <a:srgbClr val="B92A16"/>
      </a:hlink>
      <a:folHlink>
        <a:srgbClr val="66615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Warm Gla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95250" dir="5400000">
              <a:srgbClr val="603F29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ae31ddc0da4ed2" /><Relationship Type="http://schemas.openxmlformats.org/officeDocument/2006/relationships/notesMaster" Target="/ppt/notesMasters/notesMaster1.xml" Id="R0074ebbeea3942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09217d264e4f1c" /><Relationship Type="http://schemas.openxmlformats.org/officeDocument/2006/relationships/notesMaster" Target="/ppt/notesMasters/notesMaster1.xml" Id="Rffadcfe4ce5f45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93847085ed409d" /><Relationship Type="http://schemas.openxmlformats.org/officeDocument/2006/relationships/notesMaster" Target="/ppt/notesMasters/notesMaster1.xml" Id="R642daefe010d44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24a35d4d8b4f38" /><Relationship Type="http://schemas.openxmlformats.org/officeDocument/2006/relationships/notesMaster" Target="/ppt/notesMasters/notesMaster1.xml" Id="R2dca65a11dd14a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3b9e8fd07a425c" /><Relationship Type="http://schemas.openxmlformats.org/officeDocument/2006/relationships/notesMaster" Target="/ppt/notesMasters/notesMaster1.xml" Id="R39b4f488aff14f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e633a44e734339" /><Relationship Type="http://schemas.openxmlformats.org/officeDocument/2006/relationships/notesMaster" Target="/ppt/notesMasters/notesMaster1.xml" Id="Rae6aa0e1b7d643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illustrative content, not a claim about actual business or product performance.</a:t>
            </a:r>
          </a:p>
          <a:p xmlns:a="http://schemas.openxmlformats.org/drawingml/2006/main">
            <a:r>
              <a:t>产品概念示例，非已上线能力承诺。性能、客户案例和价格须以可核实材料为准。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illustrative content, not a claim about actual business or product performance.</a:t>
            </a:r>
          </a:p>
          <a:p xmlns:a="http://schemas.openxmlformats.org/drawingml/2006/main">
            <a:r>
              <a:t>产品概念示例。功能可用性、处理范围和数据方式需以真实产品材料为准。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illustrative content, not a claim about actual business or product performance.</a:t>
            </a:r>
          </a:p>
          <a:p xmlns:a="http://schemas.openxmlformats.org/drawingml/2006/main">
            <a:r>
              <a:t>产品流程示例。正式使用前，需要核对实际功能范围、数据处理方式与审核责任。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illustrative content, not a claim about actual business or product performance.</a:t>
            </a:r>
          </a:p>
          <a:p xmlns:a="http://schemas.openxmlformats.org/drawingml/2006/main">
            <a:r>
              <a:t>概念能力范围示例，不表示功能已上线。实际介绍应补充每项能力的可用状态。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illustrative content, not a claim about actual business or product performance.</a:t>
            </a:r>
          </a:p>
          <a:p xmlns:a="http://schemas.openxmlformats.org/drawingml/2006/main">
            <a:r>
              <a:t>产品概念示例，不构成客户案例、性能指标或已交付能力证明。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illustrative content, not a claim about actual business or product performance.</a:t>
            </a:r>
          </a:p>
          <a:p xmlns:a="http://schemas.openxmlformats.org/drawingml/2006/main">
            <a:r>
              <a:t>产品采用讨论示例。部署、安全、费用与服务条件应使用可核实的正式说明。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3a4a68ca5d48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e70c881d1248f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c753e1083f434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22beb33eea4e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22cba0594c4ea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59ca0f69c641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1E270E-5427-490B-971F-2BB8CE324F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92580" y="3386032"/>
            <a:ext cx="12740640" cy="1294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87111CD-1DA4-4622-B0E4-0105E2AACF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88870" y="4929664"/>
            <a:ext cx="11148060" cy="995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6C24088-5F41-4C66-938F-649C4ACB8C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92580" y="3734594"/>
            <a:ext cx="12740640" cy="1493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D8B5AE-43ED-471C-9758-0C9FF41ACA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DC631DA-0359-4DD7-A04D-A38BB0396E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14134147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85FA82A-BE4E-438E-9465-991BF85B35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C40964-4382-4347-A508-A07E224AB7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5DE4DFF-7AEC-46CD-AD56-9039B346121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60581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AEBF5A-1699-4BBF-AA71-10D4F5801B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C901FC-CDA6-477E-97AC-A39609C81F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bbdd0dadfe41a1" /><Relationship Type="http://schemas.openxmlformats.org/officeDocument/2006/relationships/slideLayout" Target="/ppt/slideLayouts/slideLayout1.xml" Id="R3cd70d04ec5f42b8" /><Relationship Type="http://schemas.openxmlformats.org/officeDocument/2006/relationships/slideLayout" Target="/ppt/slideLayouts/slideLayout2.xml" Id="R0c4a6c2da63e48c2" /><Relationship Type="http://schemas.openxmlformats.org/officeDocument/2006/relationships/slideLayout" Target="/ppt/slideLayouts/slideLayout3.xml" Id="R5b0e31bf7cc2416f" /><Relationship Type="http://schemas.openxmlformats.org/officeDocument/2006/relationships/slideLayout" Target="/ppt/slideLayouts/slideLayout4.xml" Id="R9e1f51a65af940b2" /><Relationship Type="http://schemas.openxmlformats.org/officeDocument/2006/relationships/slideLayout" Target="/ppt/slideLayouts/slideLayout5.xml" Id="R079e1732de81462b" /><Relationship Type="http://schemas.openxmlformats.org/officeDocument/2006/relationships/slideLayout" Target="/ppt/slideLayouts/slideLayout6.xml" Id="R1e3cfa61b27846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d70d04ec5f42b8"/>
    <p:sldLayoutId xmlns:r="http://schemas.openxmlformats.org/officeDocument/2006/relationships" id="2147483650" r:id="R0c4a6c2da63e48c2"/>
    <p:sldLayoutId xmlns:r="http://schemas.openxmlformats.org/officeDocument/2006/relationships" id="2147483651" r:id="R5b0e31bf7cc2416f"/>
    <p:sldLayoutId xmlns:r="http://schemas.openxmlformats.org/officeDocument/2006/relationships" id="2147483652" r:id="R9e1f51a65af940b2"/>
    <p:sldLayoutId xmlns:r="http://schemas.openxmlformats.org/officeDocument/2006/relationships" id="2147483653" r:id="R079e1732de81462b"/>
    <p:sldLayoutId xmlns:r="http://schemas.openxmlformats.org/officeDocument/2006/relationships" id="2147483654" r:id="R1e3cfa61b27846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Warm Glass">
      <a:dk1>
        <a:srgbClr val="101219"/>
      </a:dk1>
      <a:lt1>
        <a:srgbClr val="FFFFFF"/>
      </a:lt1>
      <a:dk2>
        <a:srgbClr val="333333"/>
      </a:dk2>
      <a:lt2>
        <a:srgbClr val="FFF6EC"/>
      </a:lt2>
      <a:accent1>
        <a:srgbClr val="FF3D12"/>
      </a:accent1>
      <a:accent2>
        <a:srgbClr val="B92A16"/>
      </a:accent2>
      <a:accent3>
        <a:srgbClr val="FF7800"/>
      </a:accent3>
      <a:accent4>
        <a:srgbClr val="F28662"/>
      </a:accent4>
      <a:accent5>
        <a:srgbClr val="F2CB85"/>
      </a:accent5>
      <a:accent6>
        <a:srgbClr val="66615E"/>
      </a:accent6>
      <a:hlink>
        <a:srgbClr val="B92A16"/>
      </a:hlink>
      <a:folHlink>
        <a:srgbClr val="66615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Warm Gla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95250" dir="5400000">
              <a:srgbClr val="603F29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0e39f58acf4d0b" /><Relationship Type="http://schemas.openxmlformats.org/officeDocument/2006/relationships/notesSlide" Target="/ppt/notesSlides/notesSlide1.xml" Id="R9543d4774e8a47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3ac6e649014743" /><Relationship Type="http://schemas.openxmlformats.org/officeDocument/2006/relationships/notesSlide" Target="/ppt/notesSlides/notesSlide2.xml" Id="R519d3b0099ad4a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51e7df626f48d6" /><Relationship Type="http://schemas.openxmlformats.org/officeDocument/2006/relationships/notesSlide" Target="/ppt/notesSlides/notesSlide3.xml" Id="Re21eb08965ae4c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249961867e4a95" /><Relationship Type="http://schemas.openxmlformats.org/officeDocument/2006/relationships/notesSlide" Target="/ppt/notesSlides/notesSlide4.xml" Id="Rf9a5ce5e7d024c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2a0bc01f1c4315" /><Relationship Type="http://schemas.openxmlformats.org/officeDocument/2006/relationships/notesSlide" Target="/ppt/notesSlides/notesSlide5.xml" Id="R775c79e75ab647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33b6e914d4416e" /><Relationship Type="http://schemas.openxmlformats.org/officeDocument/2006/relationships/notesSlide" Target="/ppt/notesSlides/notesSlide6.xml" Id="Reeecc20623df4f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AF821C72-9A3B-41DA-A389-0CE452FD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80BC2DBA-9D01-415F-AA60-B8196890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A25B0906-AAD4-4ACF-9B3C-BCCA1EAB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A71AB10F-1EEE-43F8-9644-C578F897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CCAAC47E-FC2C-448E-9E4E-92117DC9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产品介绍 / 价值与架构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76684C74-34A4-4434-8D17-7FEF8B99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2469116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交付文档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3034E09A-5C2F-404A-AFB9-C8062E43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8216" y="1676400"/>
            <a:ext cx="2469116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协作助手</a:t>
            </a:r>
          </a:p>
        </p:txBody>
      </p:sp>
      <p:sp>
        <p:nvSpPr>
          <p:cNvPr id="8" name="chrome--page-subtitle--8">
            <a:extLst xmlns:a="http://schemas.openxmlformats.org/drawingml/2006/main">
              <a:ext uri="{FF2B5EF4-FFF2-40B4-BE49-F238E27FC236}">
                <a16:creationId xmlns:a16="http://schemas.microsoft.com/office/drawing/2014/main" id="{8B871B3F-F2B9-4ABF-B524-5F1982C7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面向需要共同编写、评审和交付文档的团队。</a:t>
            </a:r>
          </a:p>
        </p:txBody>
      </p:sp>
      <p:grpSp>
        <p:nvGrpSpPr>
          <p:cNvPr id="39" name="C01-1"/>
          <p:cNvGrpSpPr/>
          <p:nvPr/>
        </p:nvGrpSpPr>
        <p:grpSpPr>
          <a:xfrm xmlns:a="http://schemas.openxmlformats.org/drawingml/2006/main">
            <a:off x="457200" y="3457575"/>
            <a:ext cx="5238750" cy="2428875"/>
            <a:chOff x="457200" y="3457575"/>
            <a:chExt cx="5238750" cy="2428875"/>
          </a:xfrm>
        </p:grpSpPr>
        <p:sp>
          <p:nvSpPr>
            <p:cNvPr id="9" name="C01-1--heading-part--9">
              <a:extLst xmlns:a="http://schemas.openxmlformats.org/drawingml/2006/main">
                <a:ext uri="{FF2B5EF4-FFF2-40B4-BE49-F238E27FC236}">
                  <a16:creationId xmlns:a16="http://schemas.microsoft.com/office/drawing/2014/main" id="{1E10FB71-1DE9-4C5B-97D0-86180B162B8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457575"/>
              <a:ext cx="5238750" cy="1571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39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39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39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把分散材料</a:t>
              </a:r>
            </a:p>
            <a:p xmlns:a="http://schemas.openxmlformats.org/drawingml/2006/main">
              <a:pPr algn="l">
                <a:defRPr sz="39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39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组织成可审阅文档</a:t>
              </a:r>
            </a:p>
          </p:txBody>
        </p:sp>
        <p:sp>
          <p:nvSpPr>
            <p:cNvPr id="10" name="C01-1--heading-support--10">
              <a:extLst xmlns:a="http://schemas.openxmlformats.org/drawingml/2006/main">
                <a:ext uri="{FF2B5EF4-FFF2-40B4-BE49-F238E27FC236}">
                  <a16:creationId xmlns:a16="http://schemas.microsoft.com/office/drawing/2014/main" id="{A758982E-B37F-4A76-B6FC-D045C474F0A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5181600"/>
              <a:ext cx="523875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连接材料整理、协同编写与人工评审。</a:t>
              </a:r>
            </a:p>
          </p:txBody>
        </p:sp>
      </p:grpSp>
      <p:grpSp>
        <p:nvGrpSpPr>
          <p:cNvPr id="40" name="C10-1"/>
          <p:cNvGrpSpPr/>
          <p:nvPr/>
        </p:nvGrpSpPr>
        <p:grpSpPr>
          <a:xfrm xmlns:a="http://schemas.openxmlformats.org/drawingml/2006/main">
            <a:off x="6191250" y="3343275"/>
            <a:ext cx="9277350" cy="4619625"/>
            <a:chOff x="6191250" y="3343275"/>
            <a:chExt cx="9277350" cy="4619625"/>
          </a:xfrm>
        </p:grpSpPr>
        <p:sp>
          <p:nvSpPr>
            <p:cNvPr id="11" name="C10-1--architecture-layer--11">
              <a:extLst xmlns:a="http://schemas.openxmlformats.org/drawingml/2006/main">
                <a:ext uri="{FF2B5EF4-FFF2-40B4-BE49-F238E27FC236}">
                  <a16:creationId xmlns:a16="http://schemas.microsoft.com/office/drawing/2014/main" id="{5DC409D6-E0B5-4868-9BC6-D84967B19EF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191250" y="3343275"/>
              <a:ext cx="9277350" cy="1425575"/>
            </a:xfrm>
            <a:prstGeom xmlns:a="http://schemas.openxmlformats.org/drawingml/2006/main" prst="roundRect">
              <a:avLst>
                <a:gd name="adj" fmla="val 13363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2" name="C10-1--architecture-label--12">
              <a:extLst xmlns:a="http://schemas.openxmlformats.org/drawingml/2006/main">
                <a:ext uri="{FF2B5EF4-FFF2-40B4-BE49-F238E27FC236}">
                  <a16:creationId xmlns:a16="http://schemas.microsoft.com/office/drawing/2014/main" id="{9B5F529B-1ACD-4A58-AE23-4E57F173C7D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191250" y="3343275"/>
              <a:ext cx="2190750" cy="1425575"/>
            </a:xfrm>
            <a:prstGeom xmlns:a="http://schemas.openxmlformats.org/drawingml/2006/main" prst="roundRect">
              <a:avLst>
                <a:gd name="adj" fmla="val 13363"/>
              </a:avLst>
            </a:prstGeom>
            <a:solidFill xmlns:a="http://schemas.openxmlformats.org/drawingml/2006/main">
              <a:srgbClr val="FFFFFF">
                <a:alpha val="65000"/>
              </a:srgbClr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3" name="C10-1--architecture-layer-title--13">
              <a:extLst xmlns:a="http://schemas.openxmlformats.org/drawingml/2006/main">
                <a:ext uri="{FF2B5EF4-FFF2-40B4-BE49-F238E27FC236}">
                  <a16:creationId xmlns:a16="http://schemas.microsoft.com/office/drawing/2014/main" id="{9F49BD96-9F75-4421-ABBF-F3ACF31431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19850" y="3856038"/>
              <a:ext cx="173355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02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使用任务</a:t>
              </a:r>
            </a:p>
          </p:txBody>
        </p:sp>
        <p:sp>
          <p:nvSpPr>
            <p:cNvPr id="14" name="C10-1--architecture-module--14">
              <a:extLst xmlns:a="http://schemas.openxmlformats.org/drawingml/2006/main">
                <a:ext uri="{FF2B5EF4-FFF2-40B4-BE49-F238E27FC236}">
                  <a16:creationId xmlns:a16="http://schemas.microsoft.com/office/drawing/2014/main" id="{09CA3F88-22EE-4030-9FEF-BF709CA1603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610600" y="3514725"/>
              <a:ext cx="2108200" cy="1082675"/>
            </a:xfrm>
            <a:prstGeom xmlns:a="http://schemas.openxmlformats.org/drawingml/2006/main" prst="roundRect">
              <a:avLst>
                <a:gd name="adj" fmla="val 12317"/>
              </a:avLst>
            </a:prstGeom>
            <a:solidFill xmlns:a="http://schemas.openxmlformats.org/drawingml/2006/main">
              <a:srgbClr val="FFFFFF">
                <a:alpha val="65000"/>
              </a:srgbClr>
            </a:solidFill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15" name="C10-1--architecture-module-text--15">
              <a:extLst xmlns:a="http://schemas.openxmlformats.org/drawingml/2006/main">
                <a:ext uri="{FF2B5EF4-FFF2-40B4-BE49-F238E27FC236}">
                  <a16:creationId xmlns:a16="http://schemas.microsoft.com/office/drawing/2014/main" id="{EB3F375E-0DF5-4770-AB74-AACF2D87DBF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763000" y="3884613"/>
              <a:ext cx="180340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材料整理</a:t>
              </a:r>
            </a:p>
          </p:txBody>
        </p:sp>
        <p:sp>
          <p:nvSpPr>
            <p:cNvPr id="16" name="C10-1--architecture-module--16">
              <a:extLst xmlns:a="http://schemas.openxmlformats.org/drawingml/2006/main">
                <a:ext uri="{FF2B5EF4-FFF2-40B4-BE49-F238E27FC236}">
                  <a16:creationId xmlns:a16="http://schemas.microsoft.com/office/drawing/2014/main" id="{91BE8608-5DF8-4991-9D08-E5293F64047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90250" y="3514725"/>
              <a:ext cx="2108200" cy="1082675"/>
            </a:xfrm>
            <a:prstGeom xmlns:a="http://schemas.openxmlformats.org/drawingml/2006/main" prst="roundRect">
              <a:avLst>
                <a:gd name="adj" fmla="val 12317"/>
              </a:avLst>
            </a:prstGeom>
            <a:solidFill xmlns:a="http://schemas.openxmlformats.org/drawingml/2006/main">
              <a:srgbClr val="FFFFFF">
                <a:alpha val="65000"/>
              </a:srgbClr>
            </a:solidFill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17" name="C10-1--architecture-module-text--17">
              <a:extLst xmlns:a="http://schemas.openxmlformats.org/drawingml/2006/main">
                <a:ext uri="{FF2B5EF4-FFF2-40B4-BE49-F238E27FC236}">
                  <a16:creationId xmlns:a16="http://schemas.microsoft.com/office/drawing/2014/main" id="{B187CAB2-8692-400D-92BA-8F7CB0B4AE9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042650" y="3884613"/>
              <a:ext cx="180340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文档编写</a:t>
              </a:r>
            </a:p>
          </p:txBody>
        </p:sp>
        <p:sp>
          <p:nvSpPr>
            <p:cNvPr id="18" name="C10-1--architecture-module--18">
              <a:extLst xmlns:a="http://schemas.openxmlformats.org/drawingml/2006/main">
                <a:ext uri="{FF2B5EF4-FFF2-40B4-BE49-F238E27FC236}">
                  <a16:creationId xmlns:a16="http://schemas.microsoft.com/office/drawing/2014/main" id="{E1949452-1EA9-4076-B814-F458DE8BDC4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169900" y="3514725"/>
              <a:ext cx="2108200" cy="1082675"/>
            </a:xfrm>
            <a:prstGeom xmlns:a="http://schemas.openxmlformats.org/drawingml/2006/main" prst="roundRect">
              <a:avLst>
                <a:gd name="adj" fmla="val 12317"/>
              </a:avLst>
            </a:prstGeom>
            <a:solidFill xmlns:a="http://schemas.openxmlformats.org/drawingml/2006/main">
              <a:srgbClr val="FFFFFF">
                <a:alpha val="65000"/>
              </a:srgbClr>
            </a:solidFill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19" name="C10-1--architecture-module-text--19">
              <a:extLst xmlns:a="http://schemas.openxmlformats.org/drawingml/2006/main">
                <a:ext uri="{FF2B5EF4-FFF2-40B4-BE49-F238E27FC236}">
                  <a16:creationId xmlns:a16="http://schemas.microsoft.com/office/drawing/2014/main" id="{65510AA5-B1CD-4AFB-A5C5-335B1677271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322300" y="3884613"/>
              <a:ext cx="180340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协同评审</a:t>
              </a:r>
            </a:p>
          </p:txBody>
        </p:sp>
        <p:sp>
          <p:nvSpPr>
            <p:cNvPr id="20" name="C10-1--architecture-layer--20">
              <a:extLst xmlns:a="http://schemas.openxmlformats.org/drawingml/2006/main">
                <a:ext uri="{FF2B5EF4-FFF2-40B4-BE49-F238E27FC236}">
                  <a16:creationId xmlns:a16="http://schemas.microsoft.com/office/drawing/2014/main" id="{24487376-6F17-4DA1-B0FD-508EFC30AE0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191250" y="4940300"/>
              <a:ext cx="9277350" cy="1425575"/>
            </a:xfrm>
            <a:prstGeom xmlns:a="http://schemas.openxmlformats.org/drawingml/2006/main" prst="roundRect">
              <a:avLst>
                <a:gd name="adj" fmla="val 13363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21" name="C10-1--architecture-label--21">
              <a:extLst xmlns:a="http://schemas.openxmlformats.org/drawingml/2006/main">
                <a:ext uri="{FF2B5EF4-FFF2-40B4-BE49-F238E27FC236}">
                  <a16:creationId xmlns:a16="http://schemas.microsoft.com/office/drawing/2014/main" id="{249948E8-77F0-4D68-9652-8400EFA7E1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191250" y="4940300"/>
              <a:ext cx="2190750" cy="1425575"/>
            </a:xfrm>
            <a:prstGeom xmlns:a="http://schemas.openxmlformats.org/drawingml/2006/main" prst="roundRect">
              <a:avLst>
                <a:gd name="adj" fmla="val 13363"/>
              </a:avLst>
            </a:prstGeom>
            <a:solidFill xmlns:a="http://schemas.openxmlformats.org/drawingml/2006/main">
              <a:srgbClr val="FFFFFF">
                <a:alpha val="65000"/>
              </a:srgbClr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2" name="C10-1--architecture-layer-title--22">
              <a:extLst xmlns:a="http://schemas.openxmlformats.org/drawingml/2006/main">
                <a:ext uri="{FF2B5EF4-FFF2-40B4-BE49-F238E27FC236}">
                  <a16:creationId xmlns:a16="http://schemas.microsoft.com/office/drawing/2014/main" id="{A5AE2632-88BA-46D4-8B02-373FABEAEF2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19850" y="5453063"/>
              <a:ext cx="173355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02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工作能力</a:t>
              </a:r>
            </a:p>
          </p:txBody>
        </p:sp>
        <p:sp>
          <p:nvSpPr>
            <p:cNvPr id="23" name="C10-1--architecture-module--23">
              <a:extLst xmlns:a="http://schemas.openxmlformats.org/drawingml/2006/main">
                <a:ext uri="{FF2B5EF4-FFF2-40B4-BE49-F238E27FC236}">
                  <a16:creationId xmlns:a16="http://schemas.microsoft.com/office/drawing/2014/main" id="{5ECF706F-86C1-41AD-949E-6A8A51137F6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610600" y="5111750"/>
              <a:ext cx="3248025" cy="1082675"/>
            </a:xfrm>
            <a:prstGeom xmlns:a="http://schemas.openxmlformats.org/drawingml/2006/main" prst="roundRect">
              <a:avLst>
                <a:gd name="adj" fmla="val 12317"/>
              </a:avLst>
            </a:prstGeom>
            <a:solidFill xmlns:a="http://schemas.openxmlformats.org/drawingml/2006/main">
              <a:srgbClr val="FFFFFF">
                <a:alpha val="65000"/>
              </a:srgbClr>
            </a:solidFill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24" name="C10-1--architecture-module-text--24">
              <a:extLst xmlns:a="http://schemas.openxmlformats.org/drawingml/2006/main">
                <a:ext uri="{FF2B5EF4-FFF2-40B4-BE49-F238E27FC236}">
                  <a16:creationId xmlns:a16="http://schemas.microsoft.com/office/drawing/2014/main" id="{09BC3286-A914-4D61-B716-907B3D03280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763000" y="5481638"/>
              <a:ext cx="2943225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内容组织</a:t>
              </a:r>
            </a:p>
          </p:txBody>
        </p:sp>
        <p:sp>
          <p:nvSpPr>
            <p:cNvPr id="25" name="C10-1--architecture-module--25">
              <a:extLst xmlns:a="http://schemas.openxmlformats.org/drawingml/2006/main">
                <a:ext uri="{FF2B5EF4-FFF2-40B4-BE49-F238E27FC236}">
                  <a16:creationId xmlns:a16="http://schemas.microsoft.com/office/drawing/2014/main" id="{893D5D4F-C02B-42B3-811C-F320C4B91D4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030075" y="5111750"/>
              <a:ext cx="3248025" cy="1082675"/>
            </a:xfrm>
            <a:prstGeom xmlns:a="http://schemas.openxmlformats.org/drawingml/2006/main" prst="roundRect">
              <a:avLst>
                <a:gd name="adj" fmla="val 12317"/>
              </a:avLst>
            </a:prstGeom>
            <a:solidFill xmlns:a="http://schemas.openxmlformats.org/drawingml/2006/main">
              <a:srgbClr val="FFFFFF">
                <a:alpha val="65000"/>
              </a:srgbClr>
            </a:solidFill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26" name="C10-1--architecture-module-text--26">
              <a:extLst xmlns:a="http://schemas.openxmlformats.org/drawingml/2006/main">
                <a:ext uri="{FF2B5EF4-FFF2-40B4-BE49-F238E27FC236}">
                  <a16:creationId xmlns:a16="http://schemas.microsoft.com/office/drawing/2014/main" id="{AE77FE74-2955-4C47-8A04-08B0C5D73C8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182475" y="5481638"/>
              <a:ext cx="2943225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一致性检查</a:t>
              </a:r>
            </a:p>
          </p:txBody>
        </p:sp>
        <p:sp>
          <p:nvSpPr>
            <p:cNvPr id="27" name="C10-1--architecture-layer--27">
              <a:extLst xmlns:a="http://schemas.openxmlformats.org/drawingml/2006/main">
                <a:ext uri="{FF2B5EF4-FFF2-40B4-BE49-F238E27FC236}">
                  <a16:creationId xmlns:a16="http://schemas.microsoft.com/office/drawing/2014/main" id="{2CA00C16-CF59-4CF5-84D9-0B25A0B820B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191250" y="6537325"/>
              <a:ext cx="9277350" cy="1425575"/>
            </a:xfrm>
            <a:prstGeom xmlns:a="http://schemas.openxmlformats.org/drawingml/2006/main" prst="roundRect">
              <a:avLst>
                <a:gd name="adj" fmla="val 13363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28" name="C10-1--architecture-label--28">
              <a:extLst xmlns:a="http://schemas.openxmlformats.org/drawingml/2006/main">
                <a:ext uri="{FF2B5EF4-FFF2-40B4-BE49-F238E27FC236}">
                  <a16:creationId xmlns:a16="http://schemas.microsoft.com/office/drawing/2014/main" id="{21D35E40-CB52-42C2-840A-B3CC779CE50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191250" y="6537325"/>
              <a:ext cx="2190750" cy="1425575"/>
            </a:xfrm>
            <a:prstGeom xmlns:a="http://schemas.openxmlformats.org/drawingml/2006/main" prst="roundRect">
              <a:avLst>
                <a:gd name="adj" fmla="val 13363"/>
              </a:avLst>
            </a:prstGeom>
            <a:gradFill xmlns:a="http://schemas.openxmlformats.org/drawingml/2006/main">
              <a:gsLst>
                <a:gs pos="0">
                  <a:srgbClr val="FF7800"/>
                </a:gs>
                <a:gs pos="30000">
                  <a:srgbClr val="FF5000"/>
                </a:gs>
                <a:gs pos="60000">
                  <a:srgbClr val="FF2600"/>
                </a:gs>
                <a:gs pos="80000">
                  <a:srgbClr val="ED1006"/>
                </a:gs>
                <a:gs pos="100000">
                  <a:srgbClr val="D90404"/>
                </a:gs>
              </a:gsLst>
              <a:lin ang="0"/>
            </a:gra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9" name="C10-1--architecture-layer-title--29">
              <a:extLst xmlns:a="http://schemas.openxmlformats.org/drawingml/2006/main">
                <a:ext uri="{FF2B5EF4-FFF2-40B4-BE49-F238E27FC236}">
                  <a16:creationId xmlns:a16="http://schemas.microsoft.com/office/drawing/2014/main" id="{21AE538B-DA56-4034-83DE-24C0B152F66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19850" y="7050088"/>
              <a:ext cx="173355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使用条件</a:t>
              </a:r>
            </a:p>
          </p:txBody>
        </p:sp>
        <p:sp>
          <p:nvSpPr>
            <p:cNvPr id="30" name="C10-1--architecture-module--30">
              <a:extLst xmlns:a="http://schemas.openxmlformats.org/drawingml/2006/main">
                <a:ext uri="{FF2B5EF4-FFF2-40B4-BE49-F238E27FC236}">
                  <a16:creationId xmlns:a16="http://schemas.microsoft.com/office/drawing/2014/main" id="{02979507-3895-444C-BA94-CF040AF69D7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610600" y="6708775"/>
              <a:ext cx="3248025" cy="1082675"/>
            </a:xfrm>
            <a:prstGeom xmlns:a="http://schemas.openxmlformats.org/drawingml/2006/main" prst="roundRect">
              <a:avLst>
                <a:gd name="adj" fmla="val 12317"/>
              </a:avLst>
            </a:prstGeom>
            <a:solidFill xmlns:a="http://schemas.openxmlformats.org/drawingml/2006/main">
              <a:srgbClr val="FFFFFF">
                <a:alpha val="65000"/>
              </a:srgbClr>
            </a:solidFill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31" name="C10-1--architecture-module-text--31">
              <a:extLst xmlns:a="http://schemas.openxmlformats.org/drawingml/2006/main">
                <a:ext uri="{FF2B5EF4-FFF2-40B4-BE49-F238E27FC236}">
                  <a16:creationId xmlns:a16="http://schemas.microsoft.com/office/drawing/2014/main" id="{99746167-4D3C-4FCA-9ADB-2E8B7D50D1F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763000" y="7078663"/>
              <a:ext cx="2943225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权限与数据边界</a:t>
              </a:r>
            </a:p>
          </p:txBody>
        </p:sp>
        <p:sp>
          <p:nvSpPr>
            <p:cNvPr id="32" name="C10-1--architecture-module--32">
              <a:extLst xmlns:a="http://schemas.openxmlformats.org/drawingml/2006/main">
                <a:ext uri="{FF2B5EF4-FFF2-40B4-BE49-F238E27FC236}">
                  <a16:creationId xmlns:a16="http://schemas.microsoft.com/office/drawing/2014/main" id="{E2CAFA90-F429-4B4E-8528-97B84B693E8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030075" y="6708775"/>
              <a:ext cx="3248025" cy="1082675"/>
            </a:xfrm>
            <a:prstGeom xmlns:a="http://schemas.openxmlformats.org/drawingml/2006/main" prst="roundRect">
              <a:avLst>
                <a:gd name="adj" fmla="val 12317"/>
              </a:avLst>
            </a:prstGeom>
            <a:solidFill xmlns:a="http://schemas.openxmlformats.org/drawingml/2006/main">
              <a:srgbClr val="FFFFFF">
                <a:alpha val="65000"/>
              </a:srgbClr>
            </a:solidFill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33" name="C10-1--architecture-module-text--33">
              <a:extLst xmlns:a="http://schemas.openxmlformats.org/drawingml/2006/main">
                <a:ext uri="{FF2B5EF4-FFF2-40B4-BE49-F238E27FC236}">
                  <a16:creationId xmlns:a16="http://schemas.microsoft.com/office/drawing/2014/main" id="{B8C9CAF7-FB78-4E71-BC53-978055C4783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182475" y="7078663"/>
              <a:ext cx="2943225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1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人工审核与留痕</a:t>
              </a:r>
            </a:p>
          </p:txBody>
        </p:sp>
      </p:grpSp>
      <p:grpSp>
        <p:nvGrpSpPr>
          <p:cNvPr id="41" name="C03-1"/>
          <p:cNvGrpSpPr/>
          <p:nvPr/>
        </p:nvGrpSpPr>
        <p:grpSpPr>
          <a:xfrm xmlns:a="http://schemas.openxmlformats.org/drawingml/2006/main">
            <a:off x="457200" y="6372225"/>
            <a:ext cx="5238750" cy="1590675"/>
            <a:chOff x="457200" y="6372225"/>
            <a:chExt cx="5238750" cy="1590675"/>
          </a:xfrm>
        </p:grpSpPr>
        <p:sp>
          <p:nvSpPr>
            <p:cNvPr id="34" name="C03-1--surface--34">
              <a:extLst xmlns:a="http://schemas.openxmlformats.org/drawingml/2006/main">
                <a:ext uri="{FF2B5EF4-FFF2-40B4-BE49-F238E27FC236}">
                  <a16:creationId xmlns:a16="http://schemas.microsoft.com/office/drawing/2014/main" id="{0F012A8B-493E-4053-A39A-9936A051B21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6372225"/>
              <a:ext cx="5238750" cy="1590675"/>
            </a:xfrm>
            <a:prstGeom xmlns:a="http://schemas.openxmlformats.org/drawingml/2006/main" prst="roundRect">
              <a:avLst>
                <a:gd name="adj" fmla="val 14371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35" name="C03-1--surface-body--35">
              <a:extLst xmlns:a="http://schemas.openxmlformats.org/drawingml/2006/main">
                <a:ext uri="{FF2B5EF4-FFF2-40B4-BE49-F238E27FC236}">
                  <a16:creationId xmlns:a16="http://schemas.microsoft.com/office/drawing/2014/main" id="{E23551DD-44CE-4A1E-B3B7-EBFB3DD1C27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6734175"/>
              <a:ext cx="4705350" cy="1000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产品概念示例。实际介绍需区分可用能力、</a:t>
              </a:r>
            </a:p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试点范围和尚未支持的功能。</a:t>
              </a:r>
            </a:p>
          </p:txBody>
        </p:sp>
      </p:grpSp>
      <p:sp>
        <p:nvSpPr>
          <p:cNvPr id="36" name="chrome--footer-rule--36">
            <a:extLst xmlns:a="http://schemas.openxmlformats.org/drawingml/2006/main">
              <a:ext uri="{FF2B5EF4-FFF2-40B4-BE49-F238E27FC236}">
                <a16:creationId xmlns:a16="http://schemas.microsoft.com/office/drawing/2014/main" id="{19BFDEA7-21DD-4383-9290-C72D1A07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37" name="chrome--footer--37">
            <a:extLst xmlns:a="http://schemas.openxmlformats.org/drawingml/2006/main">
              <a:ext uri="{FF2B5EF4-FFF2-40B4-BE49-F238E27FC236}">
                <a16:creationId xmlns:a16="http://schemas.microsoft.com/office/drawing/2014/main" id="{AAC9E74C-E586-4601-ADAD-5FE8FF95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产品概念示例，非已上线能力承诺。性能、客户案例和价格须以可核实材料为准。</a:t>
            </a:r>
          </a:p>
        </p:txBody>
      </p:sp>
    </p:spTree>
    <p:extLst>
      <p:ext uri="{BB962C8B-B14F-4D97-AF65-F5344CB8AC3E}">
        <p14:creationId xmlns:p14="http://schemas.microsoft.com/office/powerpoint/2010/main" val="15529277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05654A-2D07-4863-9157-3E055F9C419A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0198100" y="542925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8413C1-B124-47B6-B878-3BCB1CF93999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927600" y="542925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sp>
        <p:nvSpPr>
          <p:cNvPr id="24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D268ECC0-3831-47C4-BCCE-B1EE8BE5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F4CC982D-DD24-40E2-97EB-535F7480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FA88BB4F-231A-45C8-8FF3-2CE8C8DA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A39CD53B-0F19-4EA8-8BB5-F41BF336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4523ED2F-2235-406B-A507-1957A88C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产品介绍 / 任务场景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1A21146D-9686-406E-8CAC-FBBFF562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5011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用户任务与交付边界</a:t>
            </a:r>
          </a:p>
        </p:txBody>
      </p:sp>
      <p:sp>
        <p:nvSpPr>
          <p:cNvPr id="7" name="chrome--page-subtitle--7">
            <a:extLst xmlns:a="http://schemas.openxmlformats.org/drawingml/2006/main">
              <a:ext uri="{FF2B5EF4-FFF2-40B4-BE49-F238E27FC236}">
                <a16:creationId xmlns:a16="http://schemas.microsoft.com/office/drawing/2014/main" id="{74E60688-B576-4E31-8EA7-2C669B1A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说明材料如何进入产品流程，以及用户能拿到什么。</a:t>
            </a:r>
          </a:p>
        </p:txBody>
      </p:sp>
      <p:grpSp>
        <p:nvGrpSpPr>
          <p:cNvPr id="25" name="C19-1"/>
          <p:cNvGrpSpPr/>
          <p:nvPr/>
        </p:nvGrpSpPr>
        <p:grpSpPr>
          <a:xfrm xmlns:a="http://schemas.openxmlformats.org/drawingml/2006/main">
            <a:off x="457200" y="3476625"/>
            <a:ext cx="15011400" cy="3905250"/>
            <a:chOff x="457200" y="3476625"/>
            <a:chExt cx="15011400" cy="3905250"/>
          </a:xfrm>
        </p:grpSpPr>
        <p:sp>
          <p:nvSpPr>
            <p:cNvPr id="8" name="C19-1--io-surface--8">
              <a:extLst xmlns:a="http://schemas.openxmlformats.org/drawingml/2006/main">
                <a:ext uri="{FF2B5EF4-FFF2-40B4-BE49-F238E27FC236}">
                  <a16:creationId xmlns:a16="http://schemas.microsoft.com/office/drawing/2014/main" id="{4F90A1E1-17B9-4AE2-9005-8D414DF637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476625"/>
              <a:ext cx="4470400" cy="3905250"/>
            </a:xfrm>
            <a:prstGeom xmlns:a="http://schemas.openxmlformats.org/drawingml/2006/main" prst="roundRect">
              <a:avLst>
                <a:gd name="adj" fmla="val 5854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9" name="C19-1--io-type--9">
              <a:extLst xmlns:a="http://schemas.openxmlformats.org/drawingml/2006/main">
                <a:ext uri="{FF2B5EF4-FFF2-40B4-BE49-F238E27FC236}">
                  <a16:creationId xmlns:a16="http://schemas.microsoft.com/office/drawing/2014/main" id="{CEFF9B41-99C6-484A-9107-75AC2FABF49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3705225"/>
              <a:ext cx="401320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5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输入</a:t>
              </a:r>
            </a:p>
          </p:txBody>
        </p:sp>
        <p:sp>
          <p:nvSpPr>
            <p:cNvPr id="10" name="C19-1--io-title--10">
              <a:extLst xmlns:a="http://schemas.openxmlformats.org/drawingml/2006/main">
                <a:ext uri="{FF2B5EF4-FFF2-40B4-BE49-F238E27FC236}">
                  <a16:creationId xmlns:a16="http://schemas.microsoft.com/office/drawing/2014/main" id="{5D6F8F07-CF43-4B3C-94B8-26A5AFCDE4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4305300"/>
              <a:ext cx="4013200" cy="781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用户提供材料</a:t>
              </a:r>
            </a:p>
          </p:txBody>
        </p:sp>
        <p:sp>
          <p:nvSpPr>
            <p:cNvPr id="11" name="C19-1--io-body--11">
              <a:extLst xmlns:a="http://schemas.openxmlformats.org/drawingml/2006/main">
                <a:ext uri="{FF2B5EF4-FFF2-40B4-BE49-F238E27FC236}">
                  <a16:creationId xmlns:a16="http://schemas.microsoft.com/office/drawing/2014/main" id="{1F779B83-E070-4C3C-BCA9-590DABC0D65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5362575"/>
              <a:ext cx="4013200" cy="1771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有权使用的项目文档</a:t>
              </a:r>
            </a:p>
            <a:p xmlns:a="http://schemas.openxmlformats.org/drawingml/2006/main">
              <a: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约定的交付要求</a:t>
              </a:r>
            </a:p>
          </p:txBody>
        </p:sp>
        <p:sp>
          <p:nvSpPr>
            <p:cNvPr id="12" name="C19-1--io-surface--12">
              <a:extLst xmlns:a="http://schemas.openxmlformats.org/drawingml/2006/main">
                <a:ext uri="{FF2B5EF4-FFF2-40B4-BE49-F238E27FC236}">
                  <a16:creationId xmlns:a16="http://schemas.microsoft.com/office/drawing/2014/main" id="{20D7D06A-7B8F-470B-B8DE-D2C801F4326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27700" y="3476625"/>
              <a:ext cx="4470400" cy="3905250"/>
            </a:xfrm>
            <a:prstGeom xmlns:a="http://schemas.openxmlformats.org/drawingml/2006/main" prst="roundRect">
              <a:avLst>
                <a:gd name="adj" fmla="val 5854"/>
              </a:avLst>
            </a:prstGeom>
            <a:gradFill xmlns:a="http://schemas.openxmlformats.org/drawingml/2006/main">
              <a:gsLst>
                <a:gs pos="0">
                  <a:srgbClr val="FFB456"/>
                </a:gs>
                <a:gs pos="32000">
                  <a:srgbClr val="FF7800"/>
                </a:gs>
                <a:gs pos="68000">
                  <a:srgbClr val="FF3D12"/>
                </a:gs>
                <a:gs pos="100000">
                  <a:srgbClr val="F21916"/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3" name="C19-1--io-type--13">
              <a:extLst xmlns:a="http://schemas.openxmlformats.org/drawingml/2006/main">
                <a:ext uri="{FF2B5EF4-FFF2-40B4-BE49-F238E27FC236}">
                  <a16:creationId xmlns:a16="http://schemas.microsoft.com/office/drawing/2014/main" id="{19223CDD-C605-4141-953F-223450A0D7C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56300" y="3705225"/>
              <a:ext cx="401320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5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处理</a:t>
              </a:r>
            </a:p>
          </p:txBody>
        </p:sp>
        <p:sp>
          <p:nvSpPr>
            <p:cNvPr id="14" name="C19-1--io-title--14">
              <a:extLst xmlns:a="http://schemas.openxmlformats.org/drawingml/2006/main">
                <a:ext uri="{FF2B5EF4-FFF2-40B4-BE49-F238E27FC236}">
                  <a16:creationId xmlns:a16="http://schemas.microsoft.com/office/drawing/2014/main" id="{6C20FECB-784E-4F3A-9B0F-41A29F7A9DD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56300" y="4305300"/>
              <a:ext cx="4013200" cy="781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协作编写</a:t>
              </a:r>
            </a:p>
          </p:txBody>
        </p:sp>
        <p:sp>
          <p:nvSpPr>
            <p:cNvPr id="15" name="C19-1--io-body--15">
              <a:extLst xmlns:a="http://schemas.openxmlformats.org/drawingml/2006/main">
                <a:ext uri="{FF2B5EF4-FFF2-40B4-BE49-F238E27FC236}">
                  <a16:creationId xmlns:a16="http://schemas.microsoft.com/office/drawing/2014/main" id="{A47E8EE8-4C10-4DF4-8EB8-1AA6407F7FD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56300" y="5362575"/>
              <a:ext cx="4013200" cy="1771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整理内容和生成初稿</a:t>
              </a:r>
            </a:p>
            <a:p xmlns:a="http://schemas.openxmlformats.org/drawingml/2006/main">
              <a: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提示遗漏与不一致</a:t>
              </a:r>
            </a:p>
          </p:txBody>
        </p:sp>
        <p:sp>
          <p:nvSpPr>
            <p:cNvPr id="16" name="C19-1--io-surface--16">
              <a:extLst xmlns:a="http://schemas.openxmlformats.org/drawingml/2006/main">
                <a:ext uri="{FF2B5EF4-FFF2-40B4-BE49-F238E27FC236}">
                  <a16:creationId xmlns:a16="http://schemas.microsoft.com/office/drawing/2014/main" id="{91EAF298-8F8F-4117-9A2C-AC2C9D0F64C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998200" y="3476625"/>
              <a:ext cx="4470400" cy="3905250"/>
            </a:xfrm>
            <a:prstGeom xmlns:a="http://schemas.openxmlformats.org/drawingml/2006/main" prst="roundRect">
              <a:avLst>
                <a:gd name="adj" fmla="val 5854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7" name="C19-1--io-type--17">
              <a:extLst xmlns:a="http://schemas.openxmlformats.org/drawingml/2006/main">
                <a:ext uri="{FF2B5EF4-FFF2-40B4-BE49-F238E27FC236}">
                  <a16:creationId xmlns:a16="http://schemas.microsoft.com/office/drawing/2014/main" id="{EA49418F-B541-4CCD-A936-F9CCD6E8DE8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226800" y="3705225"/>
              <a:ext cx="401320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5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输出</a:t>
              </a:r>
            </a:p>
          </p:txBody>
        </p:sp>
        <p:sp>
          <p:nvSpPr>
            <p:cNvPr id="18" name="C19-1--io-title--18">
              <a:extLst xmlns:a="http://schemas.openxmlformats.org/drawingml/2006/main">
                <a:ext uri="{FF2B5EF4-FFF2-40B4-BE49-F238E27FC236}">
                  <a16:creationId xmlns:a16="http://schemas.microsoft.com/office/drawing/2014/main" id="{04957C76-5AFF-4A66-B81D-FD7F92C88D4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226800" y="4305300"/>
              <a:ext cx="4013200" cy="781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4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可审阅文档</a:t>
              </a:r>
            </a:p>
          </p:txBody>
        </p:sp>
        <p:sp>
          <p:nvSpPr>
            <p:cNvPr id="19" name="C19-1--io-body--19">
              <a:extLst xmlns:a="http://schemas.openxmlformats.org/drawingml/2006/main">
                <a:ext uri="{FF2B5EF4-FFF2-40B4-BE49-F238E27FC236}">
                  <a16:creationId xmlns:a16="http://schemas.microsoft.com/office/drawing/2014/main" id="{79CF328B-B5C2-4ABC-8F55-E6F0D420A55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226800" y="5362575"/>
              <a:ext cx="4013200" cy="1771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文稿与待确认清单</a:t>
              </a:r>
            </a:p>
            <a:p xmlns:a="http://schemas.openxmlformats.org/drawingml/2006/main">
              <a: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保留来源和版本</a:t>
              </a:r>
            </a:p>
          </p:txBody>
        </p:sp>
      </p:grpSp>
      <p:sp>
        <p:nvSpPr>
          <p:cNvPr id="20" name="chrome--footer-rule--20">
            <a:extLst xmlns:a="http://schemas.openxmlformats.org/drawingml/2006/main">
              <a:ext uri="{FF2B5EF4-FFF2-40B4-BE49-F238E27FC236}">
                <a16:creationId xmlns:a16="http://schemas.microsoft.com/office/drawing/2014/main" id="{90464856-C955-44BC-881B-0AA32808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21" name="chrome--footer--21">
            <a:extLst xmlns:a="http://schemas.openxmlformats.org/drawingml/2006/main">
              <a:ext uri="{FF2B5EF4-FFF2-40B4-BE49-F238E27FC236}">
                <a16:creationId xmlns:a16="http://schemas.microsoft.com/office/drawing/2014/main" id="{873E35A9-5428-43E5-B6FA-06BB93AE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产品概念示例。功能可用性、处理范围和数据方式需以真实产品材料为准。</a:t>
            </a:r>
          </a:p>
        </p:txBody>
      </p:sp>
    </p:spTree>
    <p:extLst>
      <p:ext uri="{BB962C8B-B14F-4D97-AF65-F5344CB8AC3E}">
        <p14:creationId xmlns:p14="http://schemas.microsoft.com/office/powerpoint/2010/main" val="17745557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99FFED-23B4-44E6-BA53-C80292855891}"/>
              </a:ext>
            </a:extLst>
          </p:cNvPr>
          <p:cNvCxnSpPr>
            <a:stCxn xmlns:a="http://schemas.openxmlformats.org/drawingml/2006/main" id="17" idx="6"/>
            <a:endCxn xmlns:a="http://schemas.openxmlformats.org/drawingml/2006/main" id="21" idx="2"/>
          </p:cNvCxnSpPr>
          <p:nvPr/>
        </p:nvCxnSpPr>
        <p:spPr>
          <a:xfrm xmlns:a="http://schemas.openxmlformats.org/drawingml/2006/main">
            <a:off x="10201275" y="3971925"/>
            <a:ext cx="3028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2107B6-3D04-48E9-BA41-8C5A64E5671D}"/>
              </a:ext>
            </a:extLst>
          </p:cNvPr>
          <p:cNvCxnSpPr>
            <a:stCxn xmlns:a="http://schemas.openxmlformats.org/drawingml/2006/main" id="13" idx="6"/>
            <a:endCxn xmlns:a="http://schemas.openxmlformats.org/drawingml/2006/main" id="17" idx="2"/>
          </p:cNvCxnSpPr>
          <p:nvPr/>
        </p:nvCxnSpPr>
        <p:spPr>
          <a:xfrm xmlns:a="http://schemas.openxmlformats.org/drawingml/2006/main">
            <a:off x="6448425" y="3971925"/>
            <a:ext cx="3028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8ADAE7-06D5-4820-8384-446727130B9A}"/>
              </a:ext>
            </a:extLst>
          </p:cNvPr>
          <p:cNvCxnSpPr>
            <a:stCxn xmlns:a="http://schemas.openxmlformats.org/drawingml/2006/main" id="9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2695575" y="3971925"/>
            <a:ext cx="3028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F3D12"/>
            </a:solidFill>
            <a:prstDash val="solid"/>
            <a:tailEnd type="triangle" w="med" len="med"/>
          </a:ln>
        </p:spPr>
      </p:cxnSp>
      <p:sp>
        <p:nvSpPr>
          <p:cNvPr id="36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F0B609DE-BF7C-4793-AF90-1B0869DB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BBA1C820-1102-4647-BD2D-B31DF428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AA117844-4CD0-4CB8-8F2E-728D4D40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5FC4F9A8-6606-4AC0-87EA-1ED9EA81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2C24C21F-FAAD-4CF3-8249-CC7BD77E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产品介绍 / 使用与采用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FB94BE13-39BD-47C9-BC76-312F6D22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3679862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从材料输入到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B93E2F77-53CA-48DC-889B-29A68FEA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962" y="1676400"/>
            <a:ext cx="2469116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审核交付</a:t>
            </a:r>
          </a:p>
        </p:txBody>
      </p:sp>
      <p:sp>
        <p:nvSpPr>
          <p:cNvPr id="8" name="chrome--page-subtitle--8">
            <a:extLst xmlns:a="http://schemas.openxmlformats.org/drawingml/2006/main">
              <a:ext uri="{FF2B5EF4-FFF2-40B4-BE49-F238E27FC236}">
                <a16:creationId xmlns:a16="http://schemas.microsoft.com/office/drawing/2014/main" id="{C98C56C8-3EA1-4858-9C92-83D0B7DD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通过代表性的工作流程，说明产品如何进入用户的实际任务。</a:t>
            </a:r>
          </a:p>
        </p:txBody>
      </p:sp>
      <p:grpSp>
        <p:nvGrpSpPr>
          <p:cNvPr id="37" name="C07-1"/>
          <p:cNvGrpSpPr/>
          <p:nvPr/>
        </p:nvGrpSpPr>
        <p:grpSpPr>
          <a:xfrm xmlns:a="http://schemas.openxmlformats.org/drawingml/2006/main">
            <a:off x="457200" y="3457575"/>
            <a:ext cx="15011400" cy="2809875"/>
            <a:chOff x="457200" y="3457575"/>
            <a:chExt cx="15011400" cy="2809875"/>
          </a:xfrm>
        </p:grpSpPr>
        <p:sp>
          <p:nvSpPr>
            <p:cNvPr id="9" name="C07-1--step-node--9">
              <a:extLst xmlns:a="http://schemas.openxmlformats.org/drawingml/2006/main">
                <a:ext uri="{FF2B5EF4-FFF2-40B4-BE49-F238E27FC236}">
                  <a16:creationId xmlns:a16="http://schemas.microsoft.com/office/drawing/2014/main" id="{9B8A00AF-6C3E-47CD-8178-1391BA7CB06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71675" y="3609975"/>
              <a:ext cx="723900" cy="7239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131313"/>
            </a:solidFill>
            <a:ln xmlns:a="http://schemas.openxmlformats.org/drawingml/2006/main" w="9525">
              <a:solidFill>
                <a:srgbClr val="FFFFFF">
                  <a:alpha val="80000"/>
                </a:srgbClr>
              </a:solidFill>
              <a:prstDash val="solid"/>
            </a:ln>
          </p:spPr>
        </p:sp>
        <p:sp>
          <p:nvSpPr>
            <p:cNvPr id="10" name="C07-1--step-number--10">
              <a:extLst xmlns:a="http://schemas.openxmlformats.org/drawingml/2006/main">
                <a:ext uri="{FF2B5EF4-FFF2-40B4-BE49-F238E27FC236}">
                  <a16:creationId xmlns:a16="http://schemas.microsoft.com/office/drawing/2014/main" id="{4B959588-B1EB-41A1-8B89-7AB02980DCB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19300" y="3790950"/>
              <a:ext cx="628650" cy="3905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11" name="C07-1--step-title--11">
              <a:extLst xmlns:a="http://schemas.openxmlformats.org/drawingml/2006/main">
                <a:ext uri="{FF2B5EF4-FFF2-40B4-BE49-F238E27FC236}">
                  <a16:creationId xmlns:a16="http://schemas.microsoft.com/office/drawing/2014/main" id="{FE3D9DE0-B20D-48E1-A174-2E9873901EC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2450" y="4638675"/>
              <a:ext cx="3562350" cy="762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输入材料</a:t>
              </a:r>
            </a:p>
          </p:txBody>
        </p:sp>
        <p:sp>
          <p:nvSpPr>
            <p:cNvPr id="12" name="C07-1--step-body--12">
              <a:extLst xmlns:a="http://schemas.openxmlformats.org/drawingml/2006/main">
                <a:ext uri="{FF2B5EF4-FFF2-40B4-BE49-F238E27FC236}">
                  <a16:creationId xmlns:a16="http://schemas.microsoft.com/office/drawing/2014/main" id="{CE3616C3-5F1F-4590-89C5-FACFFD72F6A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19125" y="5524500"/>
              <a:ext cx="342900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选择任务资料并确认权限</a:t>
              </a:r>
            </a:p>
          </p:txBody>
        </p:sp>
        <p:sp>
          <p:nvSpPr>
            <p:cNvPr id="13" name="C07-1--step-node--13">
              <a:extLst xmlns:a="http://schemas.openxmlformats.org/drawingml/2006/main">
                <a:ext uri="{FF2B5EF4-FFF2-40B4-BE49-F238E27FC236}">
                  <a16:creationId xmlns:a16="http://schemas.microsoft.com/office/drawing/2014/main" id="{A940DE73-36CC-43B4-B2F9-BA4D79B2032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24525" y="3609975"/>
              <a:ext cx="723900" cy="7239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131313"/>
            </a:solidFill>
            <a:ln xmlns:a="http://schemas.openxmlformats.org/drawingml/2006/main" w="9525">
              <a:solidFill>
                <a:srgbClr val="FFFFFF">
                  <a:alpha val="80000"/>
                </a:srgbClr>
              </a:solidFill>
              <a:prstDash val="solid"/>
            </a:ln>
          </p:spPr>
        </p:sp>
        <p:sp>
          <p:nvSpPr>
            <p:cNvPr id="14" name="C07-1--step-number--14">
              <a:extLst xmlns:a="http://schemas.openxmlformats.org/drawingml/2006/main">
                <a:ext uri="{FF2B5EF4-FFF2-40B4-BE49-F238E27FC236}">
                  <a16:creationId xmlns:a16="http://schemas.microsoft.com/office/drawing/2014/main" id="{D6B42D90-E732-4C90-AEBC-F2AF237A2D9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72150" y="3790950"/>
              <a:ext cx="628650" cy="3905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15" name="C07-1--step-title--15">
              <a:extLst xmlns:a="http://schemas.openxmlformats.org/drawingml/2006/main">
                <a:ext uri="{FF2B5EF4-FFF2-40B4-BE49-F238E27FC236}">
                  <a16:creationId xmlns:a16="http://schemas.microsoft.com/office/drawing/2014/main" id="{EBBCC7DB-4624-4EA1-930A-24D3219937B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05300" y="4638675"/>
              <a:ext cx="3562350" cy="762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协同编写</a:t>
              </a:r>
            </a:p>
          </p:txBody>
        </p:sp>
        <p:sp>
          <p:nvSpPr>
            <p:cNvPr id="16" name="C07-1--step-body--16">
              <a:extLst xmlns:a="http://schemas.openxmlformats.org/drawingml/2006/main">
                <a:ext uri="{FF2B5EF4-FFF2-40B4-BE49-F238E27FC236}">
                  <a16:creationId xmlns:a16="http://schemas.microsoft.com/office/drawing/2014/main" id="{30985804-081C-44E2-97C5-0118ED66502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71975" y="5524500"/>
              <a:ext cx="342900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组织内容并保留原始依据</a:t>
              </a:r>
            </a:p>
          </p:txBody>
        </p:sp>
        <p:sp>
          <p:nvSpPr>
            <p:cNvPr id="17" name="C07-1--step-node--17">
              <a:extLst xmlns:a="http://schemas.openxmlformats.org/drawingml/2006/main">
                <a:ext uri="{FF2B5EF4-FFF2-40B4-BE49-F238E27FC236}">
                  <a16:creationId xmlns:a16="http://schemas.microsoft.com/office/drawing/2014/main" id="{9E175085-6BF0-462E-A850-43F61EB4848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477375" y="3609975"/>
              <a:ext cx="723900" cy="7239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131313"/>
            </a:solidFill>
            <a:ln xmlns:a="http://schemas.openxmlformats.org/drawingml/2006/main" w="9525">
              <a:solidFill>
                <a:srgbClr val="FFFFFF">
                  <a:alpha val="80000"/>
                </a:srgbClr>
              </a:solidFill>
              <a:prstDash val="solid"/>
            </a:ln>
          </p:spPr>
        </p:sp>
        <p:sp>
          <p:nvSpPr>
            <p:cNvPr id="18" name="C07-1--step-number--18">
              <a:extLst xmlns:a="http://schemas.openxmlformats.org/drawingml/2006/main">
                <a:ext uri="{FF2B5EF4-FFF2-40B4-BE49-F238E27FC236}">
                  <a16:creationId xmlns:a16="http://schemas.microsoft.com/office/drawing/2014/main" id="{730140F2-BD79-4B40-B16B-C859BE46BF3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525000" y="3790950"/>
              <a:ext cx="628650" cy="3905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19" name="C07-1--step-title--19">
              <a:extLst xmlns:a="http://schemas.openxmlformats.org/drawingml/2006/main">
                <a:ext uri="{FF2B5EF4-FFF2-40B4-BE49-F238E27FC236}">
                  <a16:creationId xmlns:a16="http://schemas.microsoft.com/office/drawing/2014/main" id="{DD4BC569-3224-4AAA-AD03-D4FC262E916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058150" y="4638675"/>
              <a:ext cx="3562350" cy="762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人工审核</a:t>
              </a:r>
            </a:p>
          </p:txBody>
        </p:sp>
        <p:sp>
          <p:nvSpPr>
            <p:cNvPr id="20" name="C07-1--step-body--20">
              <a:extLst xmlns:a="http://schemas.openxmlformats.org/drawingml/2006/main">
                <a:ext uri="{FF2B5EF4-FFF2-40B4-BE49-F238E27FC236}">
                  <a16:creationId xmlns:a16="http://schemas.microsoft.com/office/drawing/2014/main" id="{4E0960FF-CED2-446E-94DB-B10C36C5592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24825" y="5524500"/>
              <a:ext cx="342900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检查事实、范围与一致性</a:t>
              </a:r>
            </a:p>
          </p:txBody>
        </p:sp>
        <p:sp>
          <p:nvSpPr>
            <p:cNvPr id="21" name="C07-1--step-node--21">
              <a:extLst xmlns:a="http://schemas.openxmlformats.org/drawingml/2006/main">
                <a:ext uri="{FF2B5EF4-FFF2-40B4-BE49-F238E27FC236}">
                  <a16:creationId xmlns:a16="http://schemas.microsoft.com/office/drawing/2014/main" id="{584BCB42-E7BC-4848-95D5-00E10CED3A8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230225" y="3609975"/>
              <a:ext cx="723900" cy="7239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131313"/>
            </a:solidFill>
            <a:ln xmlns:a="http://schemas.openxmlformats.org/drawingml/2006/main" w="9525">
              <a:solidFill>
                <a:srgbClr val="FFFFFF">
                  <a:alpha val="80000"/>
                </a:srgbClr>
              </a:solidFill>
              <a:prstDash val="solid"/>
            </a:ln>
          </p:spPr>
        </p:sp>
        <p:sp>
          <p:nvSpPr>
            <p:cNvPr id="22" name="C07-1--step-number--22">
              <a:extLst xmlns:a="http://schemas.openxmlformats.org/drawingml/2006/main">
                <a:ext uri="{FF2B5EF4-FFF2-40B4-BE49-F238E27FC236}">
                  <a16:creationId xmlns:a16="http://schemas.microsoft.com/office/drawing/2014/main" id="{D711F27E-3049-4B12-A9DC-7C1508625EA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277850" y="3790950"/>
              <a:ext cx="628650" cy="3905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</a:p>
          </p:txBody>
        </p:sp>
        <p:sp>
          <p:nvSpPr>
            <p:cNvPr id="23" name="C07-1--step-title--23">
              <a:extLst xmlns:a="http://schemas.openxmlformats.org/drawingml/2006/main">
                <a:ext uri="{FF2B5EF4-FFF2-40B4-BE49-F238E27FC236}">
                  <a16:creationId xmlns:a16="http://schemas.microsoft.com/office/drawing/2014/main" id="{72C1A933-8265-4B3D-9086-E6D52C69332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811000" y="4638675"/>
              <a:ext cx="3562350" cy="762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确认交付</a:t>
              </a:r>
            </a:p>
          </p:txBody>
        </p:sp>
        <p:sp>
          <p:nvSpPr>
            <p:cNvPr id="24" name="C07-1--step-body--24">
              <a:extLst xmlns:a="http://schemas.openxmlformats.org/drawingml/2006/main">
                <a:ext uri="{FF2B5EF4-FFF2-40B4-BE49-F238E27FC236}">
                  <a16:creationId xmlns:a16="http://schemas.microsoft.com/office/drawing/2014/main" id="{9CFB8022-1EA6-477E-AB8D-97DE1191172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877675" y="5524500"/>
              <a:ext cx="342900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按约定格式导出与归档</a:t>
              </a:r>
            </a:p>
          </p:txBody>
        </p:sp>
      </p:grpSp>
      <p:grpSp>
        <p:nvGrpSpPr>
          <p:cNvPr id="38" name="C03-1"/>
          <p:cNvGrpSpPr/>
          <p:nvPr/>
        </p:nvGrpSpPr>
        <p:grpSpPr>
          <a:xfrm xmlns:a="http://schemas.openxmlformats.org/drawingml/2006/main">
            <a:off x="457200" y="6343650"/>
            <a:ext cx="7258050" cy="1657350"/>
            <a:chOff x="457200" y="6343650"/>
            <a:chExt cx="7258050" cy="1657350"/>
          </a:xfrm>
        </p:grpSpPr>
        <p:sp>
          <p:nvSpPr>
            <p:cNvPr id="25" name="C03-1--surface--25">
              <a:extLst xmlns:a="http://schemas.openxmlformats.org/drawingml/2006/main">
                <a:ext uri="{FF2B5EF4-FFF2-40B4-BE49-F238E27FC236}">
                  <a16:creationId xmlns:a16="http://schemas.microsoft.com/office/drawing/2014/main" id="{C0AA53A2-272E-44EC-8B82-379F40C402D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6343650"/>
              <a:ext cx="7258050" cy="1657350"/>
            </a:xfrm>
            <a:prstGeom xmlns:a="http://schemas.openxmlformats.org/drawingml/2006/main" prst="roundRect">
              <a:avLst>
                <a:gd name="adj" fmla="val 13793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26" name="C03-1--surface-title--26">
              <a:extLst xmlns:a="http://schemas.openxmlformats.org/drawingml/2006/main">
                <a:ext uri="{FF2B5EF4-FFF2-40B4-BE49-F238E27FC236}">
                  <a16:creationId xmlns:a16="http://schemas.microsoft.com/office/drawing/2014/main" id="{8F18C68A-0D06-42FC-BD32-1DC18F8C730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6629400"/>
              <a:ext cx="6724650" cy="600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适用任务</a:t>
              </a:r>
            </a:p>
          </p:txBody>
        </p:sp>
        <p:sp>
          <p:nvSpPr>
            <p:cNvPr id="27" name="C03-1--surface-body--27">
              <a:extLst xmlns:a="http://schemas.openxmlformats.org/drawingml/2006/main">
                <a:ext uri="{FF2B5EF4-FFF2-40B4-BE49-F238E27FC236}">
                  <a16:creationId xmlns:a16="http://schemas.microsoft.com/office/drawing/2014/main" id="{6248E74C-96D2-4BF5-9BC1-62299DE88A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7439025"/>
              <a:ext cx="672465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资料归纳、文稿初拟与跨角色协作。</a:t>
              </a:r>
            </a:p>
          </p:txBody>
        </p:sp>
      </p:grpSp>
      <p:grpSp>
        <p:nvGrpSpPr>
          <p:cNvPr id="39" name="C03-2"/>
          <p:cNvGrpSpPr/>
          <p:nvPr/>
        </p:nvGrpSpPr>
        <p:grpSpPr>
          <a:xfrm xmlns:a="http://schemas.openxmlformats.org/drawingml/2006/main">
            <a:off x="8210550" y="6343650"/>
            <a:ext cx="7258050" cy="1657350"/>
            <a:chOff x="8210550" y="6343650"/>
            <a:chExt cx="7258050" cy="1657350"/>
          </a:xfrm>
        </p:grpSpPr>
        <p:sp>
          <p:nvSpPr>
            <p:cNvPr id="28" name="C03-2--surface--28">
              <a:extLst xmlns:a="http://schemas.openxmlformats.org/drawingml/2006/main">
                <a:ext uri="{FF2B5EF4-FFF2-40B4-BE49-F238E27FC236}">
                  <a16:creationId xmlns:a16="http://schemas.microsoft.com/office/drawing/2014/main" id="{9811D61B-177D-46A0-B56A-0A1838E779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210550" y="6343650"/>
              <a:ext cx="7258050" cy="1657350"/>
            </a:xfrm>
            <a:prstGeom xmlns:a="http://schemas.openxmlformats.org/drawingml/2006/main" prst="roundRect">
              <a:avLst>
                <a:gd name="adj" fmla="val 13793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29" name="C03-2--surface-title--29">
              <a:extLst xmlns:a="http://schemas.openxmlformats.org/drawingml/2006/main">
                <a:ext uri="{FF2B5EF4-FFF2-40B4-BE49-F238E27FC236}">
                  <a16:creationId xmlns:a16="http://schemas.microsoft.com/office/drawing/2014/main" id="{2915778C-B660-40AC-9327-BD69DB4CA20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77250" y="6629400"/>
              <a:ext cx="6724650" cy="600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采用前确认</a:t>
              </a:r>
            </a:p>
          </p:txBody>
        </p:sp>
        <p:sp>
          <p:nvSpPr>
            <p:cNvPr id="30" name="C03-2--surface-body--30">
              <a:extLst xmlns:a="http://schemas.openxmlformats.org/drawingml/2006/main">
                <a:ext uri="{FF2B5EF4-FFF2-40B4-BE49-F238E27FC236}">
                  <a16:creationId xmlns:a16="http://schemas.microsoft.com/office/drawing/2014/main" id="{68B346AF-A325-492C-A10B-342C876FE80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77250" y="7439025"/>
              <a:ext cx="672465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权限与数据边界、人工审核责任。</a:t>
              </a:r>
            </a:p>
          </p:txBody>
        </p:sp>
      </p:grpSp>
      <p:sp>
        <p:nvSpPr>
          <p:cNvPr id="31" name="chrome--footer-rule--31">
            <a:extLst xmlns:a="http://schemas.openxmlformats.org/drawingml/2006/main">
              <a:ext uri="{FF2B5EF4-FFF2-40B4-BE49-F238E27FC236}">
                <a16:creationId xmlns:a16="http://schemas.microsoft.com/office/drawing/2014/main" id="{759C433D-2574-4C93-B294-C3ABC581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32" name="chrome--footer--32">
            <a:extLst xmlns:a="http://schemas.openxmlformats.org/drawingml/2006/main">
              <a:ext uri="{FF2B5EF4-FFF2-40B4-BE49-F238E27FC236}">
                <a16:creationId xmlns:a16="http://schemas.microsoft.com/office/drawing/2014/main" id="{C0BCF50C-5300-4D51-8243-515089DC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产品流程示例。正式使用前，需要核对实际功能范围、数据处理方式与审核责任。</a:t>
            </a:r>
          </a:p>
        </p:txBody>
      </p:sp>
    </p:spTree>
    <p:extLst>
      <p:ext uri="{BB962C8B-B14F-4D97-AF65-F5344CB8AC3E}">
        <p14:creationId xmlns:p14="http://schemas.microsoft.com/office/powerpoint/2010/main" val="1808047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F47B3B67-F731-40C7-A153-7F48ED4B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89FF956F-7356-4510-84EA-219C81A1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58F1DCDF-F3E4-4280-B45F-4E5D4515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DF5388E2-1625-491F-B650-251E493F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A469B285-F2C5-44DA-911C-4F4F57C0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产品介绍 / 范围说明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CD342517-F674-4896-9F2A-B1E215F2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5011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能力范围与使用条件</a:t>
            </a:r>
          </a:p>
        </p:txBody>
      </p:sp>
      <p:sp>
        <p:nvSpPr>
          <p:cNvPr id="7" name="chrome--page-subtitle--7">
            <a:extLst xmlns:a="http://schemas.openxmlformats.org/drawingml/2006/main">
              <a:ext uri="{FF2B5EF4-FFF2-40B4-BE49-F238E27FC236}">
                <a16:creationId xmlns:a16="http://schemas.microsoft.com/office/drawing/2014/main" id="{8751BB46-1A41-48AF-BA19-9661463A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让使用者同时看到覆盖范围与必要条件。</a:t>
            </a:r>
          </a:p>
        </p:txBody>
      </p:sp>
      <p:grpSp>
        <p:nvGrpSpPr>
          <p:cNvPr id="13" name="C20-1"/>
          <p:cNvGrpSpPr/>
          <p:nvPr/>
        </p:nvGrpSpPr>
        <p:grpSpPr>
          <a:xfrm xmlns:a="http://schemas.openxmlformats.org/drawingml/2006/main">
            <a:off x="457200" y="3371850"/>
            <a:ext cx="15011400" cy="4343400"/>
            <a:chOff x="457200" y="3371850"/>
            <a:chExt cx="15011400" cy="4343400"/>
          </a:xfrm>
        </p:grpSpPr>
        <p:sp>
          <p:nvSpPr>
            <p:cNvPr id="8" name="C20-1--coverage-surface--8">
              <a:extLst xmlns:a="http://schemas.openxmlformats.org/drawingml/2006/main">
                <a:ext uri="{FF2B5EF4-FFF2-40B4-BE49-F238E27FC236}">
                  <a16:creationId xmlns:a16="http://schemas.microsoft.com/office/drawing/2014/main" id="{F6DDA958-0C4A-42F3-B647-C3D2EAE85C8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371850"/>
              <a:ext cx="15011400" cy="4343400"/>
            </a:xfrm>
            <a:prstGeom xmlns:a="http://schemas.openxmlformats.org/drawingml/2006/main" prst="roundRect">
              <a:avLst>
                <a:gd name="adj" fmla="val 5263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</p:grp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9F276-1049-4E85-A2E5-38B102C8E63F}"/>
              </a:ext>
            </a:extLst>
          </p:cNvPr>
          <p:cNvGraphicFramePr/>
          <p:nvPr/>
        </p:nvGraphicFramePr>
        <p:xfrm>
          <a:off xmlns:a="http://schemas.openxmlformats.org/drawingml/2006/main" x="628650" y="3543300"/>
          <a:ext xmlns:a="http://schemas.openxmlformats.org/drawingml/2006/main" cx="146685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33750"/>
                <a:gridCol w="5905500"/>
                <a:gridCol w="5429250"/>
              </a:tblGrid>
              <a:tr h="590550">
                <a:tc>
                  <a:txBody>
                    <a:bodyPr lIns="171450" tIns="133350" rIns="152400" bIns="133350"/>
                    <a:lstStyle/>
                    <a:p>
                      <a:r>
                        <a:rPr sz="1650" b="1">
                          <a:solidFill>
                            <a:srgbClr val="B92A1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任务范围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E5DDD6"/>
                      </a:solidFill>
                      <a:prstDash val="solid"/>
                    </a:lnL>
                    <a:lnR w="7620">
                      <a:solidFill>
                        <a:srgbClr val="E5DDD6"/>
                      </a:solidFill>
                      <a:prstDash val="solid"/>
                    </a:lnR>
                    <a:lnT w="7620">
                      <a:solidFill>
                        <a:srgbClr val="E5DDD6"/>
                      </a:solidFill>
                      <a:prstDash val="solid"/>
                    </a:lnT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6EC">
                        <a:alpha val="90000"/>
                      </a:srgbClr>
                    </a:solidFill>
                  </a:tcPr>
                </a:tc>
                <a:tc>
                  <a:txBody>
                    <a:bodyPr lIns="171450" tIns="133350" rIns="152400" bIns="133350"/>
                    <a:lstStyle/>
                    <a:p>
                      <a:r>
                        <a:rPr sz="1650" b="1">
                          <a:solidFill>
                            <a:srgbClr val="B92A1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概念能力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T w="7620">
                      <a:solidFill>
                        <a:srgbClr val="E5DDD6"/>
                      </a:solidFill>
                      <a:prstDash val="solid"/>
                    </a:lnT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6EC">
                        <a:alpha val="90000"/>
                      </a:srgbClr>
                    </a:solidFill>
                  </a:tcPr>
                </a:tc>
                <a:tc>
                  <a:txBody>
                    <a:bodyPr lIns="171450" tIns="133350" rIns="152400" bIns="133350"/>
                    <a:lstStyle/>
                    <a:p>
                      <a:r>
                        <a:rPr sz="1650" b="1">
                          <a:solidFill>
                            <a:srgbClr val="B92A1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采用前确认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T w="7620">
                      <a:solidFill>
                        <a:srgbClr val="E5DDD6"/>
                      </a:solidFill>
                      <a:prstDash val="solid"/>
                    </a:lnT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6EC">
                        <a:alpha val="90000"/>
                      </a:srgbClr>
                    </a:solidFill>
                  </a:tcPr>
                </a:tc>
              </a:tr>
              <a:tr h="852488">
                <a:tc>
                  <a:txBody>
                    <a:bodyPr lIns="171450" tIns="13335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内容整理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E5DDD6"/>
                      </a:solidFill>
                      <a:prstDash val="solid"/>
                    </a:lnL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71450" tIns="13335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摘要与结构化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71450" tIns="13335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材料权限与可用格式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852488">
                <a:tc>
                  <a:txBody>
                    <a:bodyPr lIns="171450" tIns="13335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协同编写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E5DDD6"/>
                      </a:solidFill>
                      <a:prstDash val="solid"/>
                    </a:lnL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5F2F1">
                        <a:alpha val="35000"/>
                      </a:srgbClr>
                    </a:solidFill>
                  </a:tcPr>
                </a:tc>
                <a:tc>
                  <a:txBody>
                    <a:bodyPr lIns="171450" tIns="13335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文稿初拟与补充说明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5F2F1">
                        <a:alpha val="35000"/>
                      </a:srgbClr>
                    </a:solidFill>
                  </a:tcPr>
                </a:tc>
                <a:tc>
                  <a:txBody>
                    <a:bodyPr lIns="171450" tIns="13335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模型与工具的实际支持范围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5F2F1">
                        <a:alpha val="35000"/>
                      </a:srgbClr>
                    </a:solidFill>
                  </a:tcPr>
                </a:tc>
              </a:tr>
              <a:tr h="852488">
                <a:tc>
                  <a:txBody>
                    <a:bodyPr lIns="171450" tIns="13335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内容检查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E5DDD6"/>
                      </a:solidFill>
                      <a:prstDash val="solid"/>
                    </a:lnL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71450" tIns="13335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一致性与遗漏提示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71450" tIns="13335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人工复核责任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852488">
                <a:tc>
                  <a:txBody>
                    <a:bodyPr lIns="171450" tIns="13335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交付留痕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E5DDD6"/>
                      </a:solidFill>
                      <a:prstDash val="solid"/>
                    </a:lnL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5F2F1">
                        <a:alpha val="35000"/>
                      </a:srgbClr>
                    </a:solidFill>
                  </a:tcPr>
                </a:tc>
                <a:tc>
                  <a:txBody>
                    <a:bodyPr lIns="171450" tIns="13335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版本与来源记录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5F2F1">
                        <a:alpha val="35000"/>
                      </a:srgbClr>
                    </a:solidFill>
                  </a:tcPr>
                </a:tc>
                <a:tc>
                  <a:txBody>
                    <a:bodyPr lIns="171450" tIns="13335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导出方式及保存要求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5F2F1">
                        <a:alpha val="3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chrome--footer-rule--9">
            <a:extLst xmlns:a="http://schemas.openxmlformats.org/drawingml/2006/main">
              <a:ext uri="{FF2B5EF4-FFF2-40B4-BE49-F238E27FC236}">
                <a16:creationId xmlns:a16="http://schemas.microsoft.com/office/drawing/2014/main" id="{9F435377-5821-4A36-9A6B-BFB5BCE6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11" name="chrome--footer--10">
            <a:extLst xmlns:a="http://schemas.openxmlformats.org/drawingml/2006/main">
              <a:ext uri="{FF2B5EF4-FFF2-40B4-BE49-F238E27FC236}">
                <a16:creationId xmlns:a16="http://schemas.microsoft.com/office/drawing/2014/main" id="{8138FB58-90AD-4780-A4AF-CA5488BB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概念能力范围示例，不表示功能已上线。实际介绍应补充每项能力的可用状态。</a:t>
            </a:r>
          </a:p>
        </p:txBody>
      </p:sp>
    </p:spTree>
    <p:extLst>
      <p:ext uri="{BB962C8B-B14F-4D97-AF65-F5344CB8AC3E}">
        <p14:creationId xmlns:p14="http://schemas.microsoft.com/office/powerpoint/2010/main" val="3713883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556D2A7D-9FF1-4204-AF51-9B33A17D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E92C1D8F-B21A-4C0A-946A-211A7E16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FFAD81D9-876A-4A68-A590-D6231D1D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A467A918-5719-437C-8C66-D86FD5F0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94BC51DA-11D1-4429-B7D5-BFC550AF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产品介绍 / 场景展开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808C5651-3CD4-422E-A2D6-6794E8BF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5011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一次文档协作的使用情境</a:t>
            </a:r>
          </a:p>
        </p:txBody>
      </p:sp>
      <p:sp>
        <p:nvSpPr>
          <p:cNvPr id="7" name="chrome--page-subtitle--7">
            <a:extLst xmlns:a="http://schemas.openxmlformats.org/drawingml/2006/main">
              <a:ext uri="{FF2B5EF4-FFF2-40B4-BE49-F238E27FC236}">
                <a16:creationId xmlns:a16="http://schemas.microsoft.com/office/drawing/2014/main" id="{5F5C4B5C-88D2-4B0A-8A38-097CEEF0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通过一个代表性任务解释使用方式，不虚构客户收益。</a:t>
            </a:r>
          </a:p>
        </p:txBody>
      </p:sp>
      <p:grpSp>
        <p:nvGrpSpPr>
          <p:cNvPr id="21" name="C21-1"/>
          <p:cNvGrpSpPr/>
          <p:nvPr/>
        </p:nvGrpSpPr>
        <p:grpSpPr>
          <a:xfrm xmlns:a="http://schemas.openxmlformats.org/drawingml/2006/main">
            <a:off x="457200" y="3276600"/>
            <a:ext cx="15011400" cy="4667250"/>
            <a:chOff x="457200" y="3276600"/>
            <a:chExt cx="15011400" cy="4667250"/>
          </a:xfrm>
        </p:grpSpPr>
        <p:sp>
          <p:nvSpPr>
            <p:cNvPr id="8" name="C21-1--case-context--8">
              <a:extLst xmlns:a="http://schemas.openxmlformats.org/drawingml/2006/main">
                <a:ext uri="{FF2B5EF4-FFF2-40B4-BE49-F238E27FC236}">
                  <a16:creationId xmlns:a16="http://schemas.microsoft.com/office/drawing/2014/main" id="{3E9AD6BF-0E10-4B99-8A03-6DAC61A014A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276600"/>
              <a:ext cx="15011400" cy="1066800"/>
            </a:xfrm>
            <a:prstGeom xmlns:a="http://schemas.openxmlformats.org/drawingml/2006/main" prst="roundRect">
              <a:avLst>
                <a:gd name="adj" fmla="val 21429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9" name="C21-1--case-context-label--9">
              <a:extLst xmlns:a="http://schemas.openxmlformats.org/drawingml/2006/main">
                <a:ext uri="{FF2B5EF4-FFF2-40B4-BE49-F238E27FC236}">
                  <a16:creationId xmlns:a16="http://schemas.microsoft.com/office/drawing/2014/main" id="{8CC7EDDF-AD74-4EE4-8D89-3289E0C2938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3495675"/>
              <a:ext cx="952500" cy="342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情境</a:t>
              </a:r>
            </a:p>
          </p:txBody>
        </p:sp>
        <p:sp>
          <p:nvSpPr>
            <p:cNvPr id="10" name="C21-1--case-context-body--10">
              <a:extLst xmlns:a="http://schemas.openxmlformats.org/drawingml/2006/main">
                <a:ext uri="{FF2B5EF4-FFF2-40B4-BE49-F238E27FC236}">
                  <a16:creationId xmlns:a16="http://schemas.microsoft.com/office/drawing/2014/main" id="{5A5DE391-6F3A-4DCC-8C28-51EF62E31DE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733550" y="3486150"/>
              <a:ext cx="13439775" cy="723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一个项目组需要共同整理设计说明，并交由审核人员审阅。</a:t>
              </a:r>
            </a:p>
          </p:txBody>
        </p:sp>
        <p:sp>
          <p:nvSpPr>
            <p:cNvPr id="11" name="C21-1--case-detail--11">
              <a:extLst xmlns:a="http://schemas.openxmlformats.org/drawingml/2006/main">
                <a:ext uri="{FF2B5EF4-FFF2-40B4-BE49-F238E27FC236}">
                  <a16:creationId xmlns:a16="http://schemas.microsoft.com/office/drawing/2014/main" id="{541BF356-6989-4AF9-B4D6-9274A513DC3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4572000"/>
              <a:ext cx="7362825" cy="2628900"/>
            </a:xfrm>
            <a:prstGeom xmlns:a="http://schemas.openxmlformats.org/drawingml/2006/main" prst="roundRect">
              <a:avLst>
                <a:gd name="adj" fmla="val 8696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2" name="C21-1--case-detail-label--12">
              <a:extLst xmlns:a="http://schemas.openxmlformats.org/drawingml/2006/main">
                <a:ext uri="{FF2B5EF4-FFF2-40B4-BE49-F238E27FC236}">
                  <a16:creationId xmlns:a16="http://schemas.microsoft.com/office/drawing/2014/main" id="{0DD9F64D-A316-4D79-97AB-8A4C61E0DB2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4791075"/>
              <a:ext cx="6905625" cy="3714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采取的行动</a:t>
              </a:r>
            </a:p>
          </p:txBody>
        </p:sp>
        <p:sp>
          <p:nvSpPr>
            <p:cNvPr id="13" name="C21-1--case-detail-body--13">
              <a:extLst xmlns:a="http://schemas.openxmlformats.org/drawingml/2006/main">
                <a:ext uri="{FF2B5EF4-FFF2-40B4-BE49-F238E27FC236}">
                  <a16:creationId xmlns:a16="http://schemas.microsoft.com/office/drawing/2014/main" id="{4300BD2D-F4D3-4158-A8F5-B919FD00BC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85800" y="5391150"/>
              <a:ext cx="6905625" cy="1619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输入已确认资料，协作形成草稿，将不一致和缺失内容交给负责</a:t>
              </a:r>
            </a:p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人核实。</a:t>
              </a:r>
            </a:p>
          </p:txBody>
        </p:sp>
        <p:sp>
          <p:nvSpPr>
            <p:cNvPr id="14" name="C21-1--case-detail--14">
              <a:extLst xmlns:a="http://schemas.openxmlformats.org/drawingml/2006/main">
                <a:ext uri="{FF2B5EF4-FFF2-40B4-BE49-F238E27FC236}">
                  <a16:creationId xmlns:a16="http://schemas.microsoft.com/office/drawing/2014/main" id="{B6B30308-7A35-4581-B4B1-F79FAF879FD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05775" y="4572000"/>
              <a:ext cx="7362825" cy="2628900"/>
            </a:xfrm>
            <a:prstGeom xmlns:a="http://schemas.openxmlformats.org/drawingml/2006/main" prst="roundRect">
              <a:avLst>
                <a:gd name="adj" fmla="val 8696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5" name="C21-1--case-detail-label--15">
              <a:extLst xmlns:a="http://schemas.openxmlformats.org/drawingml/2006/main">
                <a:ext uri="{FF2B5EF4-FFF2-40B4-BE49-F238E27FC236}">
                  <a16:creationId xmlns:a16="http://schemas.microsoft.com/office/drawing/2014/main" id="{B6799FDF-AA98-4E70-B68A-E12B45BBC0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334375" y="4791075"/>
              <a:ext cx="6905625" cy="3714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观察与结果</a:t>
              </a:r>
            </a:p>
          </p:txBody>
        </p:sp>
        <p:sp>
          <p:nvSpPr>
            <p:cNvPr id="16" name="C21-1--case-detail-body--16">
              <a:extLst xmlns:a="http://schemas.openxmlformats.org/drawingml/2006/main">
                <a:ext uri="{FF2B5EF4-FFF2-40B4-BE49-F238E27FC236}">
                  <a16:creationId xmlns:a16="http://schemas.microsoft.com/office/drawing/2014/main" id="{401585B0-E761-4B83-9740-A5173DEBB3B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334375" y="5391150"/>
              <a:ext cx="6905625" cy="1619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概念流程希望交付一份文稿，以及对应的来源、版本和待确认记</a:t>
              </a:r>
            </a:p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录。</a:t>
              </a:r>
            </a:p>
          </p:txBody>
        </p:sp>
        <p:sp>
          <p:nvSpPr>
            <p:cNvPr id="17" name="C21-1--case-limit--17">
              <a:extLst xmlns:a="http://schemas.openxmlformats.org/drawingml/2006/main">
                <a:ext uri="{FF2B5EF4-FFF2-40B4-BE49-F238E27FC236}">
                  <a16:creationId xmlns:a16="http://schemas.microsoft.com/office/drawing/2014/main" id="{1B8A0D49-2EB5-4C44-AAE4-1203DDF3D7C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250" y="7486650"/>
              <a:ext cx="14973300" cy="571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适用边界：虚构产品情境。是否支持相关功能需由实际产品证据确认。</a:t>
              </a:r>
            </a:p>
          </p:txBody>
        </p:sp>
      </p:grpSp>
      <p:sp>
        <p:nvSpPr>
          <p:cNvPr id="18" name="chrome--footer-rule--18">
            <a:extLst xmlns:a="http://schemas.openxmlformats.org/drawingml/2006/main">
              <a:ext uri="{FF2B5EF4-FFF2-40B4-BE49-F238E27FC236}">
                <a16:creationId xmlns:a16="http://schemas.microsoft.com/office/drawing/2014/main" id="{E08D4A47-7611-4C45-830A-7B05A16E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19" name="chrome--footer--19">
            <a:extLst xmlns:a="http://schemas.openxmlformats.org/drawingml/2006/main">
              <a:ext uri="{FF2B5EF4-FFF2-40B4-BE49-F238E27FC236}">
                <a16:creationId xmlns:a16="http://schemas.microsoft.com/office/drawing/2014/main" id="{DC99DB9D-8D51-4D8D-9148-DEB1C8EE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产品概念示例，不构成客户案例、性能指标或已交付能力证明。</a:t>
            </a:r>
          </a:p>
        </p:txBody>
      </p:sp>
    </p:spTree>
    <p:extLst>
      <p:ext uri="{BB962C8B-B14F-4D97-AF65-F5344CB8AC3E}">
        <p14:creationId xmlns:p14="http://schemas.microsoft.com/office/powerpoint/2010/main" val="7077110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59BC5A91-C8F4-4763-8C22-628978F0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09224EA6-D6CC-4F71-B598-2216321E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80914FF7-48C1-424B-936A-BA81DD84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A08B9E4F-A3E7-4031-8941-9E2956CB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5AEF76D3-761C-4C06-B425-9B83C9CF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产品介绍 / 采用条件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645D5DAA-F38B-47DF-A2DA-4CB53593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5011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试用前需要确认的问题</a:t>
            </a:r>
          </a:p>
        </p:txBody>
      </p:sp>
      <p:sp>
        <p:nvSpPr>
          <p:cNvPr id="7" name="chrome--page-subtitle--7">
            <a:extLst xmlns:a="http://schemas.openxmlformats.org/drawingml/2006/main">
              <a:ext uri="{FF2B5EF4-FFF2-40B4-BE49-F238E27FC236}">
                <a16:creationId xmlns:a16="http://schemas.microsoft.com/office/drawing/2014/main" id="{999202F6-9509-47BA-A785-EFAA2D04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在开始使用之前确认数据、能力和责任。</a:t>
            </a:r>
          </a:p>
        </p:txBody>
      </p:sp>
      <p:grpSp>
        <p:nvGrpSpPr>
          <p:cNvPr id="22" name="C22-1"/>
          <p:cNvGrpSpPr/>
          <p:nvPr/>
        </p:nvGrpSpPr>
        <p:grpSpPr>
          <a:xfrm xmlns:a="http://schemas.openxmlformats.org/drawingml/2006/main">
            <a:off x="457200" y="3333750"/>
            <a:ext cx="15011400" cy="3524250"/>
            <a:chOff x="457200" y="3333750"/>
            <a:chExt cx="15011400" cy="3524250"/>
          </a:xfrm>
        </p:grpSpPr>
        <p:sp>
          <p:nvSpPr>
            <p:cNvPr id="8" name="C22-1--faq-row--8">
              <a:extLst xmlns:a="http://schemas.openxmlformats.org/drawingml/2006/main">
                <a:ext uri="{FF2B5EF4-FFF2-40B4-BE49-F238E27FC236}">
                  <a16:creationId xmlns:a16="http://schemas.microsoft.com/office/drawing/2014/main" id="{375745B3-1C12-4CF8-BB6F-560001C6999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333750"/>
              <a:ext cx="15011400" cy="1676400"/>
            </a:xfrm>
            <a:prstGeom xmlns:a="http://schemas.openxmlformats.org/drawingml/2006/main" prst="roundRect">
              <a:avLst>
                <a:gd name="adj" fmla="val 13636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9" name="C22-1--faq-question--9">
              <a:extLst xmlns:a="http://schemas.openxmlformats.org/drawingml/2006/main">
                <a:ext uri="{FF2B5EF4-FFF2-40B4-BE49-F238E27FC236}">
                  <a16:creationId xmlns:a16="http://schemas.microsoft.com/office/drawing/2014/main" id="{C7B8856F-7974-4A6B-8924-91B4E3F61D5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4850" y="3562350"/>
              <a:ext cx="4803648" cy="13430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哪些资料可以输入？</a:t>
              </a:r>
            </a:p>
          </p:txBody>
        </p:sp>
        <p:sp>
          <p:nvSpPr>
            <p:cNvPr id="10" name="C22-1--faq-divider--10">
              <a:extLst xmlns:a="http://schemas.openxmlformats.org/drawingml/2006/main">
                <a:ext uri="{FF2B5EF4-FFF2-40B4-BE49-F238E27FC236}">
                  <a16:creationId xmlns:a16="http://schemas.microsoft.com/office/drawing/2014/main" id="{F321888B-99A5-44CC-B096-BAE0F4FEA97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6011418" y="3562350"/>
              <a:ext cx="0" cy="12192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11" name="C22-1--faq-answer--11">
              <a:extLst xmlns:a="http://schemas.openxmlformats.org/drawingml/2006/main">
                <a:ext uri="{FF2B5EF4-FFF2-40B4-BE49-F238E27FC236}">
                  <a16:creationId xmlns:a16="http://schemas.microsoft.com/office/drawing/2014/main" id="{F44B7896-2306-4FF4-AE91-D9B66921E94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61760" y="3590925"/>
              <a:ext cx="8406384" cy="1295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按实际部署和数据政策确认权限、敏感信息处理与保留方式。</a:t>
              </a:r>
            </a:p>
          </p:txBody>
        </p:sp>
        <p:sp>
          <p:nvSpPr>
            <p:cNvPr id="12" name="C22-1--faq-row--12">
              <a:extLst xmlns:a="http://schemas.openxmlformats.org/drawingml/2006/main">
                <a:ext uri="{FF2B5EF4-FFF2-40B4-BE49-F238E27FC236}">
                  <a16:creationId xmlns:a16="http://schemas.microsoft.com/office/drawing/2014/main" id="{3222D6F6-2E8F-422C-A557-784E1C7EA14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5181600"/>
              <a:ext cx="15011400" cy="1676400"/>
            </a:xfrm>
            <a:prstGeom xmlns:a="http://schemas.openxmlformats.org/drawingml/2006/main" prst="roundRect">
              <a:avLst>
                <a:gd name="adj" fmla="val 13636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3" name="C22-1--faq-question--13">
              <a:extLst xmlns:a="http://schemas.openxmlformats.org/drawingml/2006/main">
                <a:ext uri="{FF2B5EF4-FFF2-40B4-BE49-F238E27FC236}">
                  <a16:creationId xmlns:a16="http://schemas.microsoft.com/office/drawing/2014/main" id="{E554FFCE-48EE-42EF-9BAD-F138847CAD3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4850" y="5410200"/>
              <a:ext cx="4803648" cy="13430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交付结果由谁负责？</a:t>
              </a:r>
            </a:p>
          </p:txBody>
        </p:sp>
        <p:sp>
          <p:nvSpPr>
            <p:cNvPr id="14" name="C22-1--faq-divider--14">
              <a:extLst xmlns:a="http://schemas.openxmlformats.org/drawingml/2006/main">
                <a:ext uri="{FF2B5EF4-FFF2-40B4-BE49-F238E27FC236}">
                  <a16:creationId xmlns:a16="http://schemas.microsoft.com/office/drawing/2014/main" id="{4AF31114-80FF-4943-8759-5654464938C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6011418" y="5410200"/>
              <a:ext cx="0" cy="12192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15" name="C22-1--faq-answer--15">
              <a:extLst xmlns:a="http://schemas.openxmlformats.org/drawingml/2006/main">
                <a:ext uri="{FF2B5EF4-FFF2-40B4-BE49-F238E27FC236}">
                  <a16:creationId xmlns:a16="http://schemas.microsoft.com/office/drawing/2014/main" id="{A6A15F1B-FFE5-4F5F-8864-7408A8C1884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461760" y="5438775"/>
              <a:ext cx="8406384" cy="1295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明确人工复核与批准角色，并用真实任务验证实际功能范围。</a:t>
              </a:r>
            </a:p>
          </p:txBody>
        </p:sp>
      </p:grpSp>
      <p:grpSp>
        <p:nvGrpSpPr>
          <p:cNvPr id="23" name="C02-1"/>
          <p:cNvGrpSpPr/>
          <p:nvPr/>
        </p:nvGrpSpPr>
        <p:grpSpPr>
          <a:xfrm xmlns:a="http://schemas.openxmlformats.org/drawingml/2006/main">
            <a:off x="457200" y="7162800"/>
            <a:ext cx="15011400" cy="857250"/>
            <a:chOff x="457200" y="7162800"/>
            <a:chExt cx="15011400" cy="857250"/>
          </a:xfrm>
        </p:grpSpPr>
        <p:sp>
          <p:nvSpPr>
            <p:cNvPr id="16" name="C02-1--conclusion--16">
              <a:extLst xmlns:a="http://schemas.openxmlformats.org/drawingml/2006/main">
                <a:ext uri="{FF2B5EF4-FFF2-40B4-BE49-F238E27FC236}">
                  <a16:creationId xmlns:a16="http://schemas.microsoft.com/office/drawing/2014/main" id="{AD05A183-5CA2-4D10-9035-F46086BAFE9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7162800"/>
              <a:ext cx="15011400" cy="857250"/>
            </a:xfrm>
            <a:prstGeom xmlns:a="http://schemas.openxmlformats.org/drawingml/2006/main" prst="roundRect">
              <a:avLst>
                <a:gd name="adj" fmla="val 25000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7" name="C02-1--accent-edge--17">
              <a:extLst xmlns:a="http://schemas.openxmlformats.org/drawingml/2006/main">
                <a:ext uri="{FF2B5EF4-FFF2-40B4-BE49-F238E27FC236}">
                  <a16:creationId xmlns:a16="http://schemas.microsoft.com/office/drawing/2014/main" id="{4E57607F-B677-4225-A311-961A206DC3B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7162800"/>
              <a:ext cx="57150" cy="857250"/>
            </a:xfrm>
            <a:prstGeom xmlns:a="http://schemas.openxmlformats.org/drawingml/2006/main" prst="roundRect">
              <a:avLst>
                <a:gd name="adj" fmla="val 50000"/>
              </a:avLst>
            </a:prstGeom>
            <a:gradFill xmlns:a="http://schemas.openxmlformats.org/drawingml/2006/main">
              <a:gsLst>
                <a:gs pos="0">
                  <a:srgbClr val="FF7800"/>
                </a:gs>
                <a:gs pos="30000">
                  <a:srgbClr val="FF5000"/>
                </a:gs>
                <a:gs pos="60000">
                  <a:srgbClr val="FF2600"/>
                </a:gs>
                <a:gs pos="80000">
                  <a:srgbClr val="ED1006"/>
                </a:gs>
                <a:gs pos="100000">
                  <a:srgbClr val="D90404"/>
                </a:gs>
              </a:gsLst>
              <a:lin ang="0"/>
            </a:gra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8" name="C02-1--conclusion-text--18">
              <a:extLst xmlns:a="http://schemas.openxmlformats.org/drawingml/2006/main">
                <a:ext uri="{FF2B5EF4-FFF2-40B4-BE49-F238E27FC236}">
                  <a16:creationId xmlns:a16="http://schemas.microsoft.com/office/drawing/2014/main" id="{93E78620-DDA3-4101-B514-5F83FE290B0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2950" y="7391400"/>
              <a:ext cx="14439900" cy="514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下一步：选定一个允许使用的任务，确认范围后再试用。</a:t>
              </a:r>
            </a:p>
          </p:txBody>
        </p:sp>
      </p:grpSp>
      <p:sp>
        <p:nvSpPr>
          <p:cNvPr id="19" name="chrome--footer-rule--19">
            <a:extLst xmlns:a="http://schemas.openxmlformats.org/drawingml/2006/main">
              <a:ext uri="{FF2B5EF4-FFF2-40B4-BE49-F238E27FC236}">
                <a16:creationId xmlns:a16="http://schemas.microsoft.com/office/drawing/2014/main" id="{E1009617-A11D-4CA8-A691-1AE415DB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20" name="chrome--footer--20">
            <a:extLst xmlns:a="http://schemas.openxmlformats.org/drawingml/2006/main">
              <a:ext uri="{FF2B5EF4-FFF2-40B4-BE49-F238E27FC236}">
                <a16:creationId xmlns:a16="http://schemas.microsoft.com/office/drawing/2014/main" id="{C6B2AE36-580E-4C17-9B70-69196268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产品采用讨论示例。部署、安全、费用与服务条件应使用可核实的正式说明。</a:t>
            </a:r>
          </a:p>
        </p:txBody>
      </p:sp>
    </p:spTree>
    <p:extLst>
      <p:ext uri="{BB962C8B-B14F-4D97-AF65-F5344CB8AC3E}">
        <p14:creationId xmlns:p14="http://schemas.microsoft.com/office/powerpoint/2010/main" val="1946936463"/>
      </p:ext>
    </p:extLst>
  </p:cSld>
</p:sld>
</file>

<file path=ppt/theme/theme1.xml><?xml version="1.0" encoding="utf-8"?>
<a:theme xmlns:a="http://schemas.openxmlformats.org/drawingml/2006/main" name="ChatGPT">
  <a:themeElements>
    <a:clrScheme name="Warm Glass">
      <a:dk1>
        <a:srgbClr val="101219"/>
      </a:dk1>
      <a:lt1>
        <a:srgbClr val="FFFFFF"/>
      </a:lt1>
      <a:dk2>
        <a:srgbClr val="333333"/>
      </a:dk2>
      <a:lt2>
        <a:srgbClr val="FFF6EC"/>
      </a:lt2>
      <a:accent1>
        <a:srgbClr val="FF3D12"/>
      </a:accent1>
      <a:accent2>
        <a:srgbClr val="B92A16"/>
      </a:accent2>
      <a:accent3>
        <a:srgbClr val="FF7800"/>
      </a:accent3>
      <a:accent4>
        <a:srgbClr val="F28662"/>
      </a:accent4>
      <a:accent5>
        <a:srgbClr val="F2CB85"/>
      </a:accent5>
      <a:accent6>
        <a:srgbClr val="66615E"/>
      </a:accent6>
      <a:hlink>
        <a:srgbClr val="B92A16"/>
      </a:hlink>
      <a:folHlink>
        <a:srgbClr val="66615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Warm Gla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95250" dir="5400000">
              <a:srgbClr val="603F29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2026-10-16T10:58:08.4450000Z</dcterms:created>
  <dcterms:modified xsi:type="dcterms:W3CDTF">2026-10-16T10:58:08.4450000Z</dcterms:modified>
</coreProperties>
</file>