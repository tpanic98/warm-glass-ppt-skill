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37d018b5e44000" /><Relationship Type="http://schemas.openxmlformats.org/officeDocument/2006/relationships/extended-properties" Target="/docProps/app.xml" Id="Rb9a9b263c33248bc" /><Relationship Type="http://schemas.openxmlformats.org/officeDocument/2006/relationships/officeDocument" Target="/ppt/presentation.xml" Id="R22ee2cbb3c1a4b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74a1378a7b43bf"/>
  </p:sldMasterIdLst>
  <p:notesMasterIdLst>
    <p:notesMasterId xmlns:r="http://schemas.openxmlformats.org/officeDocument/2006/relationships" r:id="Raed4446aef0342e8"/>
  </p:notesMasterIdLst>
  <p:sldIdLst>
    <p:sldId xmlns:r="http://schemas.openxmlformats.org/officeDocument/2006/relationships" id="256" r:id="R409a88a660214b3d"/>
    <p:sldId xmlns:r="http://schemas.openxmlformats.org/officeDocument/2006/relationships" id="257" r:id="Rbfec108d196a44e9"/>
    <p:sldId xmlns:r="http://schemas.openxmlformats.org/officeDocument/2006/relationships" id="258" r:id="R116a6833cc224507"/>
    <p:sldId xmlns:r="http://schemas.openxmlformats.org/officeDocument/2006/relationships" id="259" r:id="Re05889a73a9c4a5f"/>
    <p:sldId xmlns:r="http://schemas.openxmlformats.org/officeDocument/2006/relationships" id="260" r:id="R039154c5aa274329"/>
    <p:sldId xmlns:r="http://schemas.openxmlformats.org/officeDocument/2006/relationships" id="261" r:id="Rd425603eefe943fa"/>
    <p:sldId xmlns:r="http://schemas.openxmlformats.org/officeDocument/2006/relationships" id="262" r:id="R063ef7b35ce4427a"/>
    <p:sldId xmlns:r="http://schemas.openxmlformats.org/officeDocument/2006/relationships" id="263" r:id="Rb7a5b66a47224d96"/>
    <p:sldId xmlns:r="http://schemas.openxmlformats.org/officeDocument/2006/relationships" id="264" r:id="Rd2fa9cb7cb354eeb"/>
    <p:sldId xmlns:r="http://schemas.openxmlformats.org/officeDocument/2006/relationships" id="265" r:id="Rea00bb9a05df4352"/>
    <p:sldId xmlns:r="http://schemas.openxmlformats.org/officeDocument/2006/relationships" id="266" r:id="Rcbc71ef429684b84"/>
    <p:sldId xmlns:r="http://schemas.openxmlformats.org/officeDocument/2006/relationships" id="267" r:id="Reb126689c86f413e"/>
    <p:sldId xmlns:r="http://schemas.openxmlformats.org/officeDocument/2006/relationships" id="268" r:id="R4fb9d5c26eec49c2"/>
    <p:sldId xmlns:r="http://schemas.openxmlformats.org/officeDocument/2006/relationships" id="269" r:id="R9b747c3b540a4c29"/>
    <p:sldId xmlns:r="http://schemas.openxmlformats.org/officeDocument/2006/relationships" id="270" r:id="Raa5690abab964f76"/>
    <p:sldId xmlns:r="http://schemas.openxmlformats.org/officeDocument/2006/relationships" id="271" r:id="R44f2ac7fc6dd48c3"/>
    <p:sldId xmlns:r="http://schemas.openxmlformats.org/officeDocument/2006/relationships" id="272" r:id="R9b4f6f8a62974a93"/>
    <p:sldId xmlns:r="http://schemas.openxmlformats.org/officeDocument/2006/relationships" id="273" r:id="R931b30f2129941b6"/>
    <p:sldId xmlns:r="http://schemas.openxmlformats.org/officeDocument/2006/relationships" id="274" r:id="Rff937b01429946e6"/>
    <p:sldId xmlns:r="http://schemas.openxmlformats.org/officeDocument/2006/relationships" id="275" r:id="Rb2bbefae247a4e96"/>
    <p:sldId xmlns:r="http://schemas.openxmlformats.org/officeDocument/2006/relationships" id="276" r:id="R66602aa36feb4cad"/>
    <p:sldId xmlns:r="http://schemas.openxmlformats.org/officeDocument/2006/relationships" id="277" r:id="R84b247d758794670"/>
    <p:sldId xmlns:r="http://schemas.openxmlformats.org/officeDocument/2006/relationships" id="278" r:id="R771bf906b07f4f51"/>
    <p:sldId xmlns:r="http://schemas.openxmlformats.org/officeDocument/2006/relationships" id="279" r:id="R828ae37c76004e03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c69c6e9ab049ff" /><Relationship Type="http://schemas.openxmlformats.org/officeDocument/2006/relationships/slideMaster" Target="/ppt/slideMasters/slideMaster1.xml" Id="R4d74a1378a7b43bf" /><Relationship Type="http://schemas.openxmlformats.org/officeDocument/2006/relationships/notesMaster" Target="/ppt/notesMasters/notesMaster1.xml" Id="Raed4446aef0342e8" /><Relationship Type="http://schemas.openxmlformats.org/officeDocument/2006/relationships/presProps" Target="/ppt/presProps.xml" Id="R7ef30996b260450a" /><Relationship Type="http://schemas.openxmlformats.org/officeDocument/2006/relationships/tableStyles" Target="/ppt/tableStyles.xml" Id="R5ee04692df9b41b4" /><Relationship Type="http://schemas.openxmlformats.org/officeDocument/2006/relationships/slide" Target="/ppt/slides/slide1.xml" Id="R409a88a660214b3d" /><Relationship Type="http://schemas.openxmlformats.org/officeDocument/2006/relationships/slide" Target="/ppt/slides/slide2.xml" Id="Rbfec108d196a44e9" /><Relationship Type="http://schemas.openxmlformats.org/officeDocument/2006/relationships/slide" Target="/ppt/slides/slide3.xml" Id="R116a6833cc224507" /><Relationship Type="http://schemas.openxmlformats.org/officeDocument/2006/relationships/slide" Target="/ppt/slides/slide4.xml" Id="Re05889a73a9c4a5f" /><Relationship Type="http://schemas.openxmlformats.org/officeDocument/2006/relationships/slide" Target="/ppt/slides/slide5.xml" Id="R039154c5aa274329" /><Relationship Type="http://schemas.openxmlformats.org/officeDocument/2006/relationships/slide" Target="/ppt/slides/slide6.xml" Id="Rd425603eefe943fa" /><Relationship Type="http://schemas.openxmlformats.org/officeDocument/2006/relationships/slide" Target="/ppt/slides/slide7.xml" Id="R063ef7b35ce4427a" /><Relationship Type="http://schemas.openxmlformats.org/officeDocument/2006/relationships/slide" Target="/ppt/slides/slide8.xml" Id="Rb7a5b66a47224d96" /><Relationship Type="http://schemas.openxmlformats.org/officeDocument/2006/relationships/slide" Target="/ppt/slides/slide9.xml" Id="Rd2fa9cb7cb354eeb" /><Relationship Type="http://schemas.openxmlformats.org/officeDocument/2006/relationships/slide" Target="/ppt/slides/slide10.xml" Id="Rea00bb9a05df4352" /><Relationship Type="http://schemas.openxmlformats.org/officeDocument/2006/relationships/slide" Target="/ppt/slides/slide11.xml" Id="Rcbc71ef429684b84" /><Relationship Type="http://schemas.openxmlformats.org/officeDocument/2006/relationships/slide" Target="/ppt/slides/slide12.xml" Id="Reb126689c86f413e" /><Relationship Type="http://schemas.openxmlformats.org/officeDocument/2006/relationships/slide" Target="/ppt/slides/slide13.xml" Id="R4fb9d5c26eec49c2" /><Relationship Type="http://schemas.openxmlformats.org/officeDocument/2006/relationships/slide" Target="/ppt/slides/slide14.xml" Id="R9b747c3b540a4c29" /><Relationship Type="http://schemas.openxmlformats.org/officeDocument/2006/relationships/slide" Target="/ppt/slides/slide15.xml" Id="Raa5690abab964f76" /><Relationship Type="http://schemas.openxmlformats.org/officeDocument/2006/relationships/slide" Target="/ppt/slides/slide16.xml" Id="R44f2ac7fc6dd48c3" /><Relationship Type="http://schemas.openxmlformats.org/officeDocument/2006/relationships/slide" Target="/ppt/slides/slide17.xml" Id="R9b4f6f8a62974a93" /><Relationship Type="http://schemas.openxmlformats.org/officeDocument/2006/relationships/slide" Target="/ppt/slides/slide18.xml" Id="R931b30f2129941b6" /><Relationship Type="http://schemas.openxmlformats.org/officeDocument/2006/relationships/slide" Target="/ppt/slides/slide19.xml" Id="Rff937b01429946e6" /><Relationship Type="http://schemas.openxmlformats.org/officeDocument/2006/relationships/slide" Target="/ppt/slides/slide20.xml" Id="Rb2bbefae247a4e96" /><Relationship Type="http://schemas.openxmlformats.org/officeDocument/2006/relationships/slide" Target="/ppt/slides/slide21.xml" Id="R66602aa36feb4cad" /><Relationship Type="http://schemas.openxmlformats.org/officeDocument/2006/relationships/slide" Target="/ppt/slides/slide22.xml" Id="R84b247d758794670" /><Relationship Type="http://schemas.openxmlformats.org/officeDocument/2006/relationships/slide" Target="/ppt/slides/slide23.xml" Id="R771bf906b07f4f51" /><Relationship Type="http://schemas.openxmlformats.org/officeDocument/2006/relationships/slide" Target="/ppt/slides/slide24.xml" Id="R828ae37c76004e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0b3dd3c54d49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Warm Glass">
      <a:dk1>
        <a:srgbClr val="101219"/>
      </a:dk1>
      <a:lt1>
        <a:srgbClr val="FFFFFF"/>
      </a:lt1>
      <a:dk2>
        <a:srgbClr val="333333"/>
      </a:dk2>
      <a:lt2>
        <a:srgbClr val="FFF6EC"/>
      </a:lt2>
      <a:accent1>
        <a:srgbClr val="FF3D12"/>
      </a:accent1>
      <a:accent2>
        <a:srgbClr val="B92A16"/>
      </a:accent2>
      <a:accent3>
        <a:srgbClr val="FF7800"/>
      </a:accent3>
      <a:accent4>
        <a:srgbClr val="F28662"/>
      </a:accent4>
      <a:accent5>
        <a:srgbClr val="F2CB85"/>
      </a:accent5>
      <a:accent6>
        <a:srgbClr val="66615E"/>
      </a:accent6>
      <a:hlink>
        <a:srgbClr val="B92A16"/>
      </a:hlink>
      <a:folHlink>
        <a:srgbClr val="66615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Warm Gla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95250" dir="5400000">
              <a:srgbClr val="603F29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8a358d463649c3" /><Relationship Type="http://schemas.openxmlformats.org/officeDocument/2006/relationships/notesMaster" Target="/ppt/notesMasters/notesMaster1.xml" Id="R22e50665b6394a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be33bd76334c5c" /><Relationship Type="http://schemas.openxmlformats.org/officeDocument/2006/relationships/notesMaster" Target="/ppt/notesMasters/notesMaster1.xml" Id="Re86e6fb211804d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5c15ee32864d8b" /><Relationship Type="http://schemas.openxmlformats.org/officeDocument/2006/relationships/notesMaster" Target="/ppt/notesMasters/notesMaster1.xml" Id="R1aff4b79f2b94c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f2050e1a0a4fea" /><Relationship Type="http://schemas.openxmlformats.org/officeDocument/2006/relationships/notesMaster" Target="/ppt/notesMasters/notesMaster1.xml" Id="R1a9a769bdf714f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7ffb9b14024c1c" /><Relationship Type="http://schemas.openxmlformats.org/officeDocument/2006/relationships/notesMaster" Target="/ppt/notesMasters/notesMaster1.xml" Id="R6c0d3202a5aa4e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ad14790d40457f" /><Relationship Type="http://schemas.openxmlformats.org/officeDocument/2006/relationships/notesMaster" Target="/ppt/notesMasters/notesMaster1.xml" Id="R821e6c14112c4d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8d9b38a625461b" /><Relationship Type="http://schemas.openxmlformats.org/officeDocument/2006/relationships/notesMaster" Target="/ppt/notesMasters/notesMaster1.xml" Id="Rd66500b4f7d34e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46b31f148742e9" /><Relationship Type="http://schemas.openxmlformats.org/officeDocument/2006/relationships/notesMaster" Target="/ppt/notesMasters/notesMaster1.xml" Id="R08a90c99c47d4c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08fc96e93c494e" /><Relationship Type="http://schemas.openxmlformats.org/officeDocument/2006/relationships/notesMaster" Target="/ppt/notesMasters/notesMaster1.xml" Id="Reda4aa94ddd046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4828d88eca46c5" /><Relationship Type="http://schemas.openxmlformats.org/officeDocument/2006/relationships/notesMaster" Target="/ppt/notesMasters/notesMaster1.xml" Id="R2128a186295e4b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86f2d3b9fc4afa" /><Relationship Type="http://schemas.openxmlformats.org/officeDocument/2006/relationships/notesMaster" Target="/ppt/notesMasters/notesMaster1.xml" Id="R2a1c43e0962741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9e9c2ce1b34681" /><Relationship Type="http://schemas.openxmlformats.org/officeDocument/2006/relationships/notesMaster" Target="/ppt/notesMasters/notesMaster1.xml" Id="R83cd4ad68aa84ad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07cd445f8e47a1" /><Relationship Type="http://schemas.openxmlformats.org/officeDocument/2006/relationships/notesMaster" Target="/ppt/notesMasters/notesMaster1.xml" Id="R1bf6019f443a4b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36a17e95dd0457d" /><Relationship Type="http://schemas.openxmlformats.org/officeDocument/2006/relationships/notesMaster" Target="/ppt/notesMasters/notesMaster1.xml" Id="Ra60e1e6c14e6463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c28980159454d74" /><Relationship Type="http://schemas.openxmlformats.org/officeDocument/2006/relationships/notesMaster" Target="/ppt/notesMasters/notesMaster1.xml" Id="R919a5db8915f4e1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2f2739bdd504d2f" /><Relationship Type="http://schemas.openxmlformats.org/officeDocument/2006/relationships/notesMaster" Target="/ppt/notesMasters/notesMaster1.xml" Id="Rec42fa0b35d8477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4bfb442592a4827" /><Relationship Type="http://schemas.openxmlformats.org/officeDocument/2006/relationships/notesMaster" Target="/ppt/notesMasters/notesMaster1.xml" Id="R497d813f0863458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2b7decc175145db" /><Relationship Type="http://schemas.openxmlformats.org/officeDocument/2006/relationships/notesMaster" Target="/ppt/notesMasters/notesMaster1.xml" Id="Rb98b662a4b8c4bc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dc2fc520d3c4436" /><Relationship Type="http://schemas.openxmlformats.org/officeDocument/2006/relationships/notesMaster" Target="/ppt/notesMasters/notesMaster1.xml" Id="R5b93ae05f2f4487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0037aaf4c504532" /><Relationship Type="http://schemas.openxmlformats.org/officeDocument/2006/relationships/notesMaster" Target="/ppt/notesMasters/notesMaster1.xml" Id="R937a367a4d39429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01d2b88a1244614" /><Relationship Type="http://schemas.openxmlformats.org/officeDocument/2006/relationships/notesMaster" Target="/ppt/notesMasters/notesMaster1.xml" Id="Rc51aaa3e1c624c2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6e6e591cb84430f" /><Relationship Type="http://schemas.openxmlformats.org/officeDocument/2006/relationships/notesMaster" Target="/ppt/notesMasters/notesMaster1.xml" Id="R9cd50ad899914ac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5ecb871ffdd4cb8" /><Relationship Type="http://schemas.openxmlformats.org/officeDocument/2006/relationships/notesMaster" Target="/ppt/notesMasters/notesMaster1.xml" Id="R36680c6bf5ce40e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f198b3789d94f38" /><Relationship Type="http://schemas.openxmlformats.org/officeDocument/2006/relationships/notesMaster" Target="/ppt/notesMasters/notesMaster1.xml" Id="Rd7e4aaaac5224a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Generic editable component example.</a:t>
            </a:r>
          </a:p>
          <a:p xmlns:a="http://schemas.openxmlformats.org/drawingml/2006/main">
            <a:r>
              <a:t>使用方式：替换标题、关键词与副标题。渐变限定在关键词自身边界，不跨整行重算。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Generic editable component example.</a:t>
            </a:r>
          </a:p>
          <a:p xmlns:a="http://schemas.openxmlformats.org/drawingml/2006/main">
            <a:r>
              <a:t>使用方式：主张只保留一句。高亮版用于真正焦点，中性版适合页面收束。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Generic editable component example.</a:t>
            </a:r>
          </a:p>
          <a:p xmlns:a="http://schemas.openxmlformats.org/drawingml/2006/main">
            <a:r>
              <a:t>使用方式：可改尺寸、标题与正文。PPT 以原生透明渐变、细边和软阴影近似玻璃材质。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Generic editable component example.</a:t>
            </a:r>
          </a:p>
          <a:p xmlns:a="http://schemas.openxmlformats.org/drawingml/2006/main">
            <a:r>
              <a:t>使用方式：替换标签，选择定位牌或圆环版本。符号由原生线条与形状构成，未使用图标截图。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Generic editable component example.</a:t>
            </a:r>
          </a:p>
          <a:p xmlns:a="http://schemas.openxmlformats.org/drawingml/2006/main">
            <a:r>
              <a:t>演示数据，非实际业务成果。正式使用时替换数值、时间范围、比较基线与来源。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Generic editable component example.</a:t>
            </a:r>
          </a:p>
          <a:p xmlns:a="http://schemas.openxmlformats.org/drawingml/2006/main">
            <a:r>
              <a:t>使用方式：比较条件、优缺点或前后变化。两边采用同口径，不为突出一方而改变比较标准。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Generic editable component example.</a:t>
            </a:r>
          </a:p>
          <a:p xmlns:a="http://schemas.openxmlformats.org/drawingml/2006/main">
            <a:r>
              <a:t>使用方式：替换步骤名称与说明。连接线为原生对象，端点附着节点，不是背景图片。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Generic editable component example.</a:t>
            </a:r>
          </a:p>
          <a:p xmlns:a="http://schemas.openxmlformats.org/drawingml/2006/main">
            <a:r>
              <a:t>使用方式：可改为三至五个阶段。颜色表达视觉焦点，完成、建设中或规划状态需要另行说明。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Generic editable component example.</a:t>
            </a:r>
          </a:p>
          <a:p xmlns:a="http://schemas.openxmlformats.org/drawingml/2006/main">
            <a:r>
              <a:t>使用方式：支持二至四层。层级和名称可以修改，视觉重点不等同于业务优先级或完成状态。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Generic editable component example.</a:t>
            </a:r>
          </a:p>
          <a:p xmlns:a="http://schemas.openxmlformats.org/drawingml/2006/main">
            <a:r>
              <a:t>使用方式：支持三至四层、每层二至四个模块。用于职责分层，不把无关能力简单堆叠为架构。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Generic editable component example.</a:t>
            </a:r>
          </a:p>
          <a:p xmlns:a="http://schemas.openxmlformats.org/drawingml/2006/main">
            <a:r>
              <a:t>使用方式：来源直接填写实际记录或文档名称，必要时加页码、链接和日期，不填无法核验的出处。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Generic editable component example.</a:t>
            </a:r>
          </a:p>
          <a:p xmlns:a="http://schemas.openxmlformats.org/drawingml/2006/main">
            <a:r>
              <a:t>计划示例。原生表格可修改单元格、列宽与行数；正式使用时填入真实角色、节点和完成条件。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Generic editable component example.</a:t>
            </a:r>
          </a:p>
          <a:p xmlns:a="http://schemas.openxmlformats.org/drawingml/2006/main">
            <a:r>
              <a:t>使用方式：三至六个主题。高亮表示当前阅读位置，不代表业务完成状态。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Generic editable component example.</a:t>
            </a:r>
          </a:p>
          <a:p xmlns:a="http://schemas.openxmlformats.org/drawingml/2006/main">
            <a:r>
              <a:t>演示数据。时间趋势不自动说明因果，正式使用时补充时段、单位与数据来源。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Generic editable component example.</a:t>
            </a:r>
          </a:p>
          <a:p xmlns:a="http://schemas.openxmlformats.org/drawingml/2006/main">
            <a:r>
              <a:t>演示数据。目标与实际采用相同单位、时段和范围，正式使用时补充差距解释。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Generic editable component example.</a:t>
            </a:r>
          </a:p>
          <a:p xmlns:a="http://schemas.openxmlformats.org/drawingml/2006/main">
            <a:r>
              <a:t>定性判断示意。请明确轴的定义和判断依据，不把象限位置当作精确数值。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Generic editable component example.</a:t>
            </a:r>
          </a:p>
          <a:p xmlns:a="http://schemas.openxmlformats.org/drawingml/2006/main">
            <a:r>
              <a:t>使用方式：四个阶段。回路表示需要再次检查，不暗示系统可以完全自主完成审核。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Generic editable component example.</a:t>
            </a:r>
          </a:p>
          <a:p xmlns:a="http://schemas.openxmlformats.org/drawingml/2006/main">
            <a:r>
              <a:t>使用方式：二至三个角色、三至五个任务节点。交接方向与责任需要结合实际流程确认。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Generic editable component example.</a:t>
            </a:r>
          </a:p>
          <a:p xmlns:a="http://schemas.openxmlformats.org/drawingml/2006/main">
            <a:r>
              <a:t>使用方式：交付物应写出可检查的形式。输出不等同于已批准，审批责任需要另行明确。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Generic editable component example.</a:t>
            </a:r>
          </a:p>
          <a:p xmlns:a="http://schemas.openxmlformats.org/drawingml/2006/main">
            <a:r>
              <a:t>范围示例。正式介绍产品时，请将能力状态写清，不把概念范围当作已上线功能。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Generic editable component example.</a:t>
            </a:r>
          </a:p>
          <a:p xmlns:a="http://schemas.openxmlformats.org/drawingml/2006/main">
            <a:r>
              <a:t>案例示例。真实案例需要可核验来源和授权，不编造客户名称、收益或前后对比。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Generic editable component example.</a:t>
            </a:r>
          </a:p>
          <a:p xmlns:a="http://schemas.openxmlformats.org/drawingml/2006/main">
            <a:r>
              <a:t>使用方式：二至三组问答。针对听众真实问题填写，并保留答案的必要限制条件。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Generic editable component example.</a:t>
            </a:r>
          </a:p>
          <a:p xmlns:a="http://schemas.openxmlformats.org/drawingml/2006/main">
            <a:r>
              <a:t>使用方式：替换章节号、主题与一句引导，不在转场页提前重复正文结论。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Generic editable component example.</a:t>
            </a:r>
          </a:p>
          <a:p xmlns:a="http://schemas.openxmlformats.org/drawingml/2006/main">
            <a:r>
              <a:t>使用方式：封面与收束共用层级规则。动作要具体，不重复上一页的整段总结。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b74d5295e1436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a6d06c04434fd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9d0fbce60941b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47df11bd2842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9f20fc06264f8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4039cb98c340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58DEBB-8157-4066-8F54-1CDFBC4E36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92580" y="3386032"/>
            <a:ext cx="12740640" cy="1294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D9E1F0A-BBEF-47CE-822D-2B77EAF324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88870" y="4929664"/>
            <a:ext cx="11148060" cy="995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22B0A88-9BA7-41AF-B72D-B3887909F6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92580" y="3734594"/>
            <a:ext cx="12740640" cy="1493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5F36A3-D030-421B-9E23-AF8F2F171F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55AFC24-8343-4E87-84E5-5D52738139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14134147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1pPr>
            <a:lvl2pPr marL="69675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2pPr>
            <a:lvl3pPr marL="109489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3pPr>
            <a:lvl4pPr marL="149304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4pPr>
            <a:lvl5pPr marL="189118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5pPr>
            <a:lvl6pPr marL="228933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6pPr>
            <a:lvl7pPr marL="268747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7pPr>
            <a:lvl8pPr marL="308562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8pPr>
            <a:lvl9pPr marL="348376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5B043FA-B4D1-418F-AF06-EA25F384A3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D5D1DF3-1496-43BF-8FB1-C1ADA625C8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1pPr>
            <a:lvl2pPr marL="69675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2pPr>
            <a:lvl3pPr marL="109489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3pPr>
            <a:lvl4pPr marL="149304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4pPr>
            <a:lvl5pPr marL="189118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5pPr>
            <a:lvl6pPr marL="228933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6pPr>
            <a:lvl7pPr marL="268747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7pPr>
            <a:lvl8pPr marL="308562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8pPr>
            <a:lvl9pPr marL="348376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7FA6319-6771-4C3C-819B-64184F34E0D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60581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1pPr>
            <a:lvl2pPr marL="69675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2pPr>
            <a:lvl3pPr marL="109489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3pPr>
            <a:lvl4pPr marL="149304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4pPr>
            <a:lvl5pPr marL="189118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5pPr>
            <a:lvl6pPr marL="228933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6pPr>
            <a:lvl7pPr marL="268747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7pPr>
            <a:lvl8pPr marL="308562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8pPr>
            <a:lvl9pPr marL="348376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3DDC1A-AEB5-423A-995F-215BAB8051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F281DA-B500-4674-A09A-DFEEA2B048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1pPr>
            <a:lvl2pPr marL="69675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2pPr>
            <a:lvl3pPr marL="109489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3pPr>
            <a:lvl4pPr marL="149304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4pPr>
            <a:lvl5pPr marL="189118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5pPr>
            <a:lvl6pPr marL="228933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6pPr>
            <a:lvl7pPr marL="268747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7pPr>
            <a:lvl8pPr marL="308562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8pPr>
            <a:lvl9pPr marL="348376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5390b9cde144dc" /><Relationship Type="http://schemas.openxmlformats.org/officeDocument/2006/relationships/slideLayout" Target="/ppt/slideLayouts/slideLayout1.xml" Id="R4e724958660146c3" /><Relationship Type="http://schemas.openxmlformats.org/officeDocument/2006/relationships/slideLayout" Target="/ppt/slideLayouts/slideLayout2.xml" Id="R47c1ddf1f26d452b" /><Relationship Type="http://schemas.openxmlformats.org/officeDocument/2006/relationships/slideLayout" Target="/ppt/slideLayouts/slideLayout3.xml" Id="R5adedcd896ad4837" /><Relationship Type="http://schemas.openxmlformats.org/officeDocument/2006/relationships/slideLayout" Target="/ppt/slideLayouts/slideLayout4.xml" Id="R245867cf3a36430e" /><Relationship Type="http://schemas.openxmlformats.org/officeDocument/2006/relationships/slideLayout" Target="/ppt/slideLayouts/slideLayout5.xml" Id="R6280c31b2fd44efc" /><Relationship Type="http://schemas.openxmlformats.org/officeDocument/2006/relationships/slideLayout" Target="/ppt/slideLayouts/slideLayout6.xml" Id="R522e4a53fb4d4e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724958660146c3"/>
    <p:sldLayoutId xmlns:r="http://schemas.openxmlformats.org/officeDocument/2006/relationships" id="2147483650" r:id="R47c1ddf1f26d452b"/>
    <p:sldLayoutId xmlns:r="http://schemas.openxmlformats.org/officeDocument/2006/relationships" id="2147483651" r:id="R5adedcd896ad4837"/>
    <p:sldLayoutId xmlns:r="http://schemas.openxmlformats.org/officeDocument/2006/relationships" id="2147483652" r:id="R245867cf3a36430e"/>
    <p:sldLayoutId xmlns:r="http://schemas.openxmlformats.org/officeDocument/2006/relationships" id="2147483653" r:id="R6280c31b2fd44efc"/>
    <p:sldLayoutId xmlns:r="http://schemas.openxmlformats.org/officeDocument/2006/relationships" id="2147483654" r:id="R522e4a53fb4d4e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Warm Glass">
      <a:dk1>
        <a:srgbClr val="101219"/>
      </a:dk1>
      <a:lt1>
        <a:srgbClr val="FFFFFF"/>
      </a:lt1>
      <a:dk2>
        <a:srgbClr val="333333"/>
      </a:dk2>
      <a:lt2>
        <a:srgbClr val="FFF6EC"/>
      </a:lt2>
      <a:accent1>
        <a:srgbClr val="FF3D12"/>
      </a:accent1>
      <a:accent2>
        <a:srgbClr val="B92A16"/>
      </a:accent2>
      <a:accent3>
        <a:srgbClr val="FF7800"/>
      </a:accent3>
      <a:accent4>
        <a:srgbClr val="F28662"/>
      </a:accent4>
      <a:accent5>
        <a:srgbClr val="F2CB85"/>
      </a:accent5>
      <a:accent6>
        <a:srgbClr val="66615E"/>
      </a:accent6>
      <a:hlink>
        <a:srgbClr val="B92A16"/>
      </a:hlink>
      <a:folHlink>
        <a:srgbClr val="66615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Warm Gla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95250" dir="5400000">
              <a:srgbClr val="603F29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78c8013bec45f7" /><Relationship Type="http://schemas.openxmlformats.org/officeDocument/2006/relationships/notesSlide" Target="/ppt/notesSlides/notesSlide1.xml" Id="Rd79fb024524543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37de21efce4736" /><Relationship Type="http://schemas.openxmlformats.org/officeDocument/2006/relationships/notesSlide" Target="/ppt/notesSlides/notesSlide2.xml" Id="R01907eec8ac74c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212bc4447d495a" /><Relationship Type="http://schemas.openxmlformats.org/officeDocument/2006/relationships/notesSlide" Target="/ppt/notesSlides/notesSlide3.xml" Id="Rccff610bf13a40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670a27abd3476f" /><Relationship Type="http://schemas.openxmlformats.org/officeDocument/2006/relationships/notesSlide" Target="/ppt/notesSlides/notesSlide4.xml" Id="R8b978a07aff34f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89a6d3bb814d9c" /><Relationship Type="http://schemas.openxmlformats.org/officeDocument/2006/relationships/chart" Target="/ppt/slides/charts/chart1.xml" Id="Ree98e0c03851401a" /><Relationship Type="http://schemas.openxmlformats.org/officeDocument/2006/relationships/notesSlide" Target="/ppt/notesSlides/notesSlide5.xml" Id="Rec89caa69ef441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8ef7d5b7c5474d" /><Relationship Type="http://schemas.openxmlformats.org/officeDocument/2006/relationships/notesSlide" Target="/ppt/notesSlides/notesSlide6.xml" Id="Ra49bf760d0a24b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9cd9a30cb74f21" /><Relationship Type="http://schemas.openxmlformats.org/officeDocument/2006/relationships/notesSlide" Target="/ppt/notesSlides/notesSlide7.xml" Id="R378f8d082dd44e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fc87a6878f4fd0" /><Relationship Type="http://schemas.openxmlformats.org/officeDocument/2006/relationships/notesSlide" Target="/ppt/notesSlides/notesSlide8.xml" Id="R2bb520dac28a4f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b4010db6b44b8c" /><Relationship Type="http://schemas.openxmlformats.org/officeDocument/2006/relationships/notesSlide" Target="/ppt/notesSlides/notesSlide9.xml" Id="R0a38164423dd4f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4aba48cb4b4dad" /><Relationship Type="http://schemas.openxmlformats.org/officeDocument/2006/relationships/notesSlide" Target="/ppt/notesSlides/notesSlide10.xml" Id="R090726978fac43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2b465b7ae5493e" /><Relationship Type="http://schemas.openxmlformats.org/officeDocument/2006/relationships/notesSlide" Target="/ppt/notesSlides/notesSlide11.xml" Id="R166b8a0970ed48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a3e927b8bb405e" /><Relationship Type="http://schemas.openxmlformats.org/officeDocument/2006/relationships/notesSlide" Target="/ppt/notesSlides/notesSlide12.xml" Id="R7b9fbb8e84fa448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00f976802c4528" /><Relationship Type="http://schemas.openxmlformats.org/officeDocument/2006/relationships/notesSlide" Target="/ppt/notesSlides/notesSlide13.xml" Id="R91b262c391e246f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4096d42d974cdc" /><Relationship Type="http://schemas.openxmlformats.org/officeDocument/2006/relationships/chart" Target="/ppt/slides/charts/chart2.xml" Id="R5be099b6c9d34d7f" /><Relationship Type="http://schemas.openxmlformats.org/officeDocument/2006/relationships/notesSlide" Target="/ppt/notesSlides/notesSlide14.xml" Id="R2083bcd8489c444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d55c30c80043ca" /><Relationship Type="http://schemas.openxmlformats.org/officeDocument/2006/relationships/chart" Target="/ppt/slides/charts/chart3.xml" Id="R958e6059c7b44371" /><Relationship Type="http://schemas.openxmlformats.org/officeDocument/2006/relationships/notesSlide" Target="/ppt/notesSlides/notesSlide15.xml" Id="R623f29ef957c45e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ecadbefd8c4f15" /><Relationship Type="http://schemas.openxmlformats.org/officeDocument/2006/relationships/notesSlide" Target="/ppt/notesSlides/notesSlide16.xml" Id="R71dce1b3c0df492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856710e3e54ad7" /><Relationship Type="http://schemas.openxmlformats.org/officeDocument/2006/relationships/notesSlide" Target="/ppt/notesSlides/notesSlide17.xml" Id="Rc8f3f14847b54a4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04bcdaee864f0d" /><Relationship Type="http://schemas.openxmlformats.org/officeDocument/2006/relationships/notesSlide" Target="/ppt/notesSlides/notesSlide18.xml" Id="R3eb30fc46b6e474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690e6e509a4f48" /><Relationship Type="http://schemas.openxmlformats.org/officeDocument/2006/relationships/notesSlide" Target="/ppt/notesSlides/notesSlide19.xml" Id="Rfef0dc3bb6e6452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c25e1aae854c65" /><Relationship Type="http://schemas.openxmlformats.org/officeDocument/2006/relationships/notesSlide" Target="/ppt/notesSlides/notesSlide20.xml" Id="R0b0a6854e04a4d2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b4c147ffce484b" /><Relationship Type="http://schemas.openxmlformats.org/officeDocument/2006/relationships/notesSlide" Target="/ppt/notesSlides/notesSlide21.xml" Id="Rcd81e20bec63431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47992c585e44cf" /><Relationship Type="http://schemas.openxmlformats.org/officeDocument/2006/relationships/notesSlide" Target="/ppt/notesSlides/notesSlide22.xml" Id="Raa61f708e50a474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8f9aba85f44a05" /><Relationship Type="http://schemas.openxmlformats.org/officeDocument/2006/relationships/notesSlide" Target="/ppt/notesSlides/notesSlide23.xml" Id="R1782969fb5e14e7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7a47113160462e" /><Relationship Type="http://schemas.openxmlformats.org/officeDocument/2006/relationships/notesSlide" Target="/ppt/notesSlides/notesSlide24.xml" Id="R4a28f54945ae400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数量</c:v>
          </c:tx>
          <c:spPr>
            <a:gradFill xmlns:a="http://schemas.openxmlformats.org/drawingml/2006/main">
              <a:gsLst>
                <a:gs pos="0">
                  <a:srgbClr val="FF7800"/>
                </a:gs>
                <a:gs pos="30000">
                  <a:srgbClr val="FF5000"/>
                </a:gs>
                <a:gs pos="60000">
                  <a:srgbClr val="FF2600"/>
                </a:gs>
                <a:gs pos="80000">
                  <a:srgbClr val="ED1006"/>
                </a:gs>
                <a:gs pos="100000">
                  <a:srgbClr val="D90404"/>
                </a:gs>
              </a:gsLst>
              <a:lin ang="0"/>
            </a:gradFill>
          </c:spPr>
          <c:invertIfNegative val="0"/>
          <c:cat>
            <c:strRef>
              <c:f>'Chart Data'!$A$2:$A$5</c:f>
              <c:strCache>
                <c:ptCount val="4"/>
                <c:pt idx="0">
                  <c:v>第1期</c:v>
                </c:pt>
                <c:pt idx="1">
                  <c:v>第2期</c:v>
                </c:pt>
                <c:pt idx="2">
                  <c:v>第3期</c:v>
                </c:pt>
                <c:pt idx="3">
                  <c:v>第4期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3</c:v>
                </c:pt>
                <c:pt idx="1">
                  <c:v>6</c:v>
                </c:pt>
                <c:pt idx="2">
                  <c:v>9</c:v>
                </c:pt>
                <c:pt idx="3">
                  <c:v>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5DDD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DDD6">
                  <a:alpha val="70000"/>
                </a:srgbClr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验收数量</c:v>
          </c:tx>
          <c:spPr>
            <a:ln xmlns:a="http://schemas.openxmlformats.org/drawingml/2006/main" w="28575">
              <a:solidFill>
                <a:srgbClr val="FF3D12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FF3D1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第1期</c:v>
                </c:pt>
                <c:pt idx="1">
                  <c:v>第2期</c:v>
                </c:pt>
                <c:pt idx="2">
                  <c:v>第3期</c:v>
                </c:pt>
                <c:pt idx="3">
                  <c:v>第4期</c:v>
                </c:pt>
                <c:pt idx="4">
                  <c:v>第5期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3</c:v>
                </c:pt>
                <c:pt idx="1">
                  <c:v>5</c:v>
                </c:pt>
                <c:pt idx="2">
                  <c:v>4</c:v>
                </c:pt>
                <c:pt idx="3">
                  <c:v>7</c:v>
                </c:pt>
                <c:pt idx="4">
                  <c:v>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5DDD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DDD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目标</c:v>
          </c:tx>
          <c:spPr>
            <a:solidFill xmlns:a="http://schemas.openxmlformats.org/drawingml/2006/main">
              <a:srgbClr val="D2C4B5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需求核对</c:v>
                </c:pt>
                <c:pt idx="1">
                  <c:v>场景验证</c:v>
                </c:pt>
                <c:pt idx="2">
                  <c:v>评审交付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12</c:v>
                </c:pt>
                <c:pt idx="1">
                  <c:v>10</c:v>
                </c:pt>
                <c:pt idx="2">
                  <c:v>8</c:v>
                </c:pt>
              </c:numCache>
            </c:numRef>
          </c:val>
        </c:ser>
        <c:ser>
          <c:idx val="1"/>
          <c:order val="1"/>
          <c:tx>
            <c:v>实际</c:v>
          </c:tx>
          <c:spPr>
            <a:gradFill xmlns:a="http://schemas.openxmlformats.org/drawingml/2006/main">
              <a:gsLst>
                <a:gs pos="0">
                  <a:srgbClr val="FF7800"/>
                </a:gs>
                <a:gs pos="30000">
                  <a:srgbClr val="FF5000"/>
                </a:gs>
                <a:gs pos="60000">
                  <a:srgbClr val="FF2600"/>
                </a:gs>
                <a:gs pos="80000">
                  <a:srgbClr val="ED1006"/>
                </a:gs>
                <a:gs pos="100000">
                  <a:srgbClr val="D90404"/>
                </a:gs>
              </a:gsLst>
              <a:lin ang="0"/>
            </a:gradFill>
          </c:spPr>
          <c:invertIfNegative val="0"/>
          <c:cat>
            <c:strRef>
              <c:f>'Chart Data'!$C$2:$C$4</c:f>
              <c:strCache>
                <c:ptCount val="3"/>
                <c:pt idx="0">
                  <c:v>需求核对</c:v>
                </c:pt>
                <c:pt idx="1">
                  <c:v>场景验证</c:v>
                </c:pt>
                <c:pt idx="2">
                  <c:v>评审交付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10</c:v>
                </c:pt>
                <c:pt idx="1">
                  <c:v>7</c:v>
                </c:pt>
                <c:pt idx="2">
                  <c:v>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5DDD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DDD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66615E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872DC752-2ACC-4DDD-8910-AFE7EE78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0CCD3191-6CD2-4727-8E94-89A7F5F0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24CEA793-9150-4411-8A42-952134FD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B44844BA-77BD-44A0-A022-FFF5D68C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24AB091E-1D89-4228-9002-7E5A173C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C01 / 通用组件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CEFBA5BF-B090-456F-A678-51B35865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标题</a:t>
            </a:r>
          </a:p>
        </p:txBody>
      </p:sp>
      <p:sp>
        <p:nvSpPr>
          <p:cNvPr id="7" name="chrome--page-title--7">
            <a:extLst xmlns:a="http://schemas.openxmlformats.org/drawingml/2006/main">
              <a:ext uri="{FF2B5EF4-FFF2-40B4-BE49-F238E27FC236}">
                <a16:creationId xmlns:a16="http://schemas.microsoft.com/office/drawing/2014/main" id="{259AEE63-E160-4517-A21D-2310A27C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471" y="1676400"/>
            <a:ext cx="3074489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与章节引导</a:t>
            </a:r>
          </a:p>
        </p:txBody>
      </p:sp>
      <p:sp>
        <p:nvSpPr>
          <p:cNvPr id="8" name="chrome--page-subtitle--8">
            <a:extLst xmlns:a="http://schemas.openxmlformats.org/drawingml/2006/main">
              <a:ext uri="{FF2B5EF4-FFF2-40B4-BE49-F238E27FC236}">
                <a16:creationId xmlns:a16="http://schemas.microsoft.com/office/drawing/2014/main" id="{414E7770-F91C-46A2-A3E1-4132CC37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通过明确的标题层级和局部关键词渐变，建立页面的阅读顺序。</a:t>
            </a:r>
          </a:p>
        </p:txBody>
      </p:sp>
      <p:grpSp>
        <p:nvGrpSpPr>
          <p:cNvPr id="15" name="C01-1"/>
          <p:cNvGrpSpPr/>
          <p:nvPr/>
        </p:nvGrpSpPr>
        <p:grpSpPr>
          <a:xfrm xmlns:a="http://schemas.openxmlformats.org/drawingml/2006/main">
            <a:off x="762000" y="3429000"/>
            <a:ext cx="14401800" cy="2857500"/>
            <a:chOff x="762000" y="3429000"/>
            <a:chExt cx="14401800" cy="2857500"/>
          </a:xfrm>
        </p:grpSpPr>
        <p:sp>
          <p:nvSpPr>
            <p:cNvPr id="9" name="C01-1--heading-part--9">
              <a:extLst xmlns:a="http://schemas.openxmlformats.org/drawingml/2006/main">
                <a:ext uri="{FF2B5EF4-FFF2-40B4-BE49-F238E27FC236}">
                  <a16:creationId xmlns:a16="http://schemas.microsoft.com/office/drawing/2014/main" id="{974EB0E9-21E0-4DDE-BD9C-F21F9FB08D2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2000" y="3429000"/>
              <a:ext cx="3406468" cy="2000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645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645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645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可编辑的</a:t>
              </a:r>
            </a:p>
          </p:txBody>
        </p:sp>
        <p:sp>
          <p:nvSpPr>
            <p:cNvPr id="10" name="C01-1--heading-part--10">
              <a:extLst xmlns:a="http://schemas.openxmlformats.org/drawingml/2006/main">
                <a:ext uri="{FF2B5EF4-FFF2-40B4-BE49-F238E27FC236}">
                  <a16:creationId xmlns:a16="http://schemas.microsoft.com/office/drawing/2014/main" id="{14FDA40A-F9A1-4B36-80CF-B0870D3C159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30368" y="3429000"/>
              <a:ext cx="3406468" cy="2000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6450" b="1">
                  <a:gradFill>
                    <a:gsLst>
                      <a:gs pos="0">
                        <a:srgbClr val="FF7800"/>
                      </a:gs>
                      <a:gs pos="30000">
                        <a:srgbClr val="FF5000"/>
                      </a:gs>
                      <a:gs pos="60000">
                        <a:srgbClr val="FF2600"/>
                      </a:gs>
                      <a:gs pos="80000">
                        <a:srgbClr val="ED1006"/>
                      </a:gs>
                      <a:gs pos="100000">
                        <a:srgbClr val="D90404"/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645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6450" b="1">
                  <a:gradFill>
                    <a:gsLst>
                      <a:gs pos="0">
                        <a:srgbClr val="FF7800"/>
                      </a:gs>
                      <a:gs pos="30000">
                        <a:srgbClr val="FF5000"/>
                      </a:gs>
                      <a:gs pos="60000">
                        <a:srgbClr val="FF2600"/>
                      </a:gs>
                      <a:gs pos="80000">
                        <a:srgbClr val="ED1006"/>
                      </a:gs>
                      <a:gs pos="100000">
                        <a:srgbClr val="D90404"/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</a:rPr>
                <a:t>视觉组件</a:t>
              </a:r>
            </a:p>
          </p:txBody>
        </p:sp>
        <p:sp>
          <p:nvSpPr>
            <p:cNvPr id="11" name="C01-1--heading-support--11">
              <a:extLst xmlns:a="http://schemas.openxmlformats.org/drawingml/2006/main">
                <a:ext uri="{FF2B5EF4-FFF2-40B4-BE49-F238E27FC236}">
                  <a16:creationId xmlns:a16="http://schemas.microsoft.com/office/drawing/2014/main" id="{B49F9886-64A0-4EC3-87A2-35D979F41D8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2000" y="5581650"/>
              <a:ext cx="14401800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同一套结构与材质，可用于汇报、演讲、培训和产品介绍。</a:t>
              </a:r>
            </a:p>
          </p:txBody>
        </p:sp>
      </p:grpSp>
      <p:sp>
        <p:nvSpPr>
          <p:cNvPr id="12" name="chrome--footer-rule--12">
            <a:extLst xmlns:a="http://schemas.openxmlformats.org/drawingml/2006/main">
              <a:ext uri="{FF2B5EF4-FFF2-40B4-BE49-F238E27FC236}">
                <a16:creationId xmlns:a16="http://schemas.microsoft.com/office/drawing/2014/main" id="{C2EB92BD-0B89-48D4-9618-C615E3FA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13" name="chrome--footer--13">
            <a:extLst xmlns:a="http://schemas.openxmlformats.org/drawingml/2006/main">
              <a:ext uri="{FF2B5EF4-FFF2-40B4-BE49-F238E27FC236}">
                <a16:creationId xmlns:a16="http://schemas.microsoft.com/office/drawing/2014/main" id="{E5B9C750-D5E9-40EA-9C40-345113EE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使用方式：替换标题、关键词与副标题。渐变限定在关键词自身边界，不跨整行重算。</a:t>
            </a:r>
          </a:p>
        </p:txBody>
      </p:sp>
    </p:spTree>
    <p:extLst>
      <p:ext uri="{BB962C8B-B14F-4D97-AF65-F5344CB8AC3E}">
        <p14:creationId xmlns:p14="http://schemas.microsoft.com/office/powerpoint/2010/main" val="883126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57FD6328-2CD4-4627-9493-EEC1E1C4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45D1E241-FC9E-4595-AFCB-550F58A5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06420A16-E4B9-4037-9F40-6F6564B6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A27CC518-357D-4335-9A64-6ABEFCAA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586C9962-8CD3-484B-AABE-23DCCB13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C02 / 通用组件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04EA5E64-D03E-4EE2-849C-5C24DE1B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7" name="chrome--page-title--7">
            <a:extLst xmlns:a="http://schemas.openxmlformats.org/drawingml/2006/main">
              <a:ext uri="{FF2B5EF4-FFF2-40B4-BE49-F238E27FC236}">
                <a16:creationId xmlns:a16="http://schemas.microsoft.com/office/drawing/2014/main" id="{384C7272-3BBC-4E0E-8C26-95ABFD23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471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强调</a:t>
            </a:r>
          </a:p>
        </p:txBody>
      </p:sp>
      <p:sp>
        <p:nvSpPr>
          <p:cNvPr id="8" name="chrome--page-subtitle--8">
            <a:extLst xmlns:a="http://schemas.openxmlformats.org/drawingml/2006/main">
              <a:ext uri="{FF2B5EF4-FFF2-40B4-BE49-F238E27FC236}">
                <a16:creationId xmlns:a16="http://schemas.microsoft.com/office/drawing/2014/main" id="{22EA72A3-FF30-406D-98B8-9A3B8980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结论与补充解释分层，正文保留实色，避免高饱和色覆盖整页。</a:t>
            </a:r>
          </a:p>
        </p:txBody>
      </p:sp>
      <p:grpSp>
        <p:nvGrpSpPr>
          <p:cNvPr id="18" name="C02-1"/>
          <p:cNvGrpSpPr/>
          <p:nvPr/>
        </p:nvGrpSpPr>
        <p:grpSpPr>
          <a:xfrm xmlns:a="http://schemas.openxmlformats.org/drawingml/2006/main">
            <a:off x="762000" y="3467100"/>
            <a:ext cx="14401800" cy="1638300"/>
            <a:chOff x="762000" y="3467100"/>
            <a:chExt cx="14401800" cy="1638300"/>
          </a:xfrm>
        </p:grpSpPr>
        <p:sp>
          <p:nvSpPr>
            <p:cNvPr id="9" name="C02-1--conclusion--9">
              <a:extLst xmlns:a="http://schemas.openxmlformats.org/drawingml/2006/main">
                <a:ext uri="{FF2B5EF4-FFF2-40B4-BE49-F238E27FC236}">
                  <a16:creationId xmlns:a16="http://schemas.microsoft.com/office/drawing/2014/main" id="{5A9F7C89-CC0C-4F58-9D70-93C75A248AC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2000" y="3467100"/>
              <a:ext cx="14401800" cy="1638300"/>
            </a:xfrm>
            <a:prstGeom xmlns:a="http://schemas.openxmlformats.org/drawingml/2006/main" prst="roundRect">
              <a:avLst>
                <a:gd name="adj" fmla="val 13953"/>
              </a:avLst>
            </a:prstGeom>
            <a:gradFill xmlns:a="http://schemas.openxmlformats.org/drawingml/2006/main">
              <a:gsLst>
                <a:gs pos="0">
                  <a:srgbClr val="FFB456"/>
                </a:gs>
                <a:gs pos="32000">
                  <a:srgbClr val="FF7800"/>
                </a:gs>
                <a:gs pos="68000">
                  <a:srgbClr val="FF3D12"/>
                </a:gs>
                <a:gs pos="100000">
                  <a:srgbClr val="F21916"/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0" name="C02-1--conclusion-label--10">
              <a:extLst xmlns:a="http://schemas.openxmlformats.org/drawingml/2006/main">
                <a:ext uri="{FF2B5EF4-FFF2-40B4-BE49-F238E27FC236}">
                  <a16:creationId xmlns:a16="http://schemas.microsoft.com/office/drawing/2014/main" id="{C0DBF33D-E71C-4689-B3D3-FB1189BA02C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7750" y="3829050"/>
              <a:ext cx="138303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35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35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35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本页结论</a:t>
              </a:r>
            </a:p>
          </p:txBody>
        </p:sp>
        <p:sp>
          <p:nvSpPr>
            <p:cNvPr id="11" name="C02-1--conclusion-text--11">
              <a:extLst xmlns:a="http://schemas.openxmlformats.org/drawingml/2006/main">
                <a:ext uri="{FF2B5EF4-FFF2-40B4-BE49-F238E27FC236}">
                  <a16:creationId xmlns:a16="http://schemas.microsoft.com/office/drawing/2014/main" id="{E3B5E4C0-A43D-485D-B14D-A4D7B21B8E6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7750" y="4191000"/>
              <a:ext cx="13830300" cy="8001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7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7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7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先确认表达目标，再选择需要的内容与结构。</a:t>
              </a:r>
            </a:p>
          </p:txBody>
        </p:sp>
      </p:grpSp>
      <p:grpSp>
        <p:nvGrpSpPr>
          <p:cNvPr id="19" name="C02-2"/>
          <p:cNvGrpSpPr/>
          <p:nvPr/>
        </p:nvGrpSpPr>
        <p:grpSpPr>
          <a:xfrm xmlns:a="http://schemas.openxmlformats.org/drawingml/2006/main">
            <a:off x="762000" y="6057900"/>
            <a:ext cx="14401800" cy="895350"/>
            <a:chOff x="762000" y="6057900"/>
            <a:chExt cx="14401800" cy="895350"/>
          </a:xfrm>
        </p:grpSpPr>
        <p:sp>
          <p:nvSpPr>
            <p:cNvPr id="12" name="C02-2--conclusion--12">
              <a:extLst xmlns:a="http://schemas.openxmlformats.org/drawingml/2006/main">
                <a:ext uri="{FF2B5EF4-FFF2-40B4-BE49-F238E27FC236}">
                  <a16:creationId xmlns:a16="http://schemas.microsoft.com/office/drawing/2014/main" id="{D5740FD3-F701-4373-AEFD-564FD79E96C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2000" y="6057900"/>
              <a:ext cx="14401800" cy="895350"/>
            </a:xfrm>
            <a:prstGeom xmlns:a="http://schemas.openxmlformats.org/drawingml/2006/main" prst="roundRect">
              <a:avLst>
                <a:gd name="adj" fmla="val 25000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3" name="C02-2--accent-edge--13">
              <a:extLst xmlns:a="http://schemas.openxmlformats.org/drawingml/2006/main">
                <a:ext uri="{FF2B5EF4-FFF2-40B4-BE49-F238E27FC236}">
                  <a16:creationId xmlns:a16="http://schemas.microsoft.com/office/drawing/2014/main" id="{AF6F96E3-BF32-4442-97B3-B6E54B90EA5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2000" y="6057900"/>
              <a:ext cx="57150" cy="895350"/>
            </a:xfrm>
            <a:prstGeom xmlns:a="http://schemas.openxmlformats.org/drawingml/2006/main" prst="roundRect">
              <a:avLst>
                <a:gd name="adj" fmla="val 50000"/>
              </a:avLst>
            </a:prstGeom>
            <a:gradFill xmlns:a="http://schemas.openxmlformats.org/drawingml/2006/main">
              <a:gsLst>
                <a:gs pos="0">
                  <a:srgbClr val="FF7800"/>
                </a:gs>
                <a:gs pos="30000">
                  <a:srgbClr val="FF5000"/>
                </a:gs>
                <a:gs pos="60000">
                  <a:srgbClr val="FF2600"/>
                </a:gs>
                <a:gs pos="80000">
                  <a:srgbClr val="ED1006"/>
                </a:gs>
                <a:gs pos="100000">
                  <a:srgbClr val="D90404"/>
                </a:gs>
              </a:gsLst>
              <a:lin ang="0"/>
            </a:gra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4" name="C02-2--conclusion-text--14">
              <a:extLst xmlns:a="http://schemas.openxmlformats.org/drawingml/2006/main">
                <a:ext uri="{FF2B5EF4-FFF2-40B4-BE49-F238E27FC236}">
                  <a16:creationId xmlns:a16="http://schemas.microsoft.com/office/drawing/2014/main" id="{0D1F7A13-883E-41BE-ADF2-0FD7410A8DB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7750" y="6305550"/>
              <a:ext cx="13830300" cy="533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需要持续复用的能力，应沉淀为可修改的组件。</a:t>
              </a:r>
            </a:p>
          </p:txBody>
        </p:sp>
      </p:grpSp>
      <p:sp>
        <p:nvSpPr>
          <p:cNvPr id="15" name="chrome--footer-rule--15">
            <a:extLst xmlns:a="http://schemas.openxmlformats.org/drawingml/2006/main">
              <a:ext uri="{FF2B5EF4-FFF2-40B4-BE49-F238E27FC236}">
                <a16:creationId xmlns:a16="http://schemas.microsoft.com/office/drawing/2014/main" id="{E320E61A-0CD8-4A3F-B412-FEF5D256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16" name="chrome--footer--16">
            <a:extLst xmlns:a="http://schemas.openxmlformats.org/drawingml/2006/main">
              <a:ext uri="{FF2B5EF4-FFF2-40B4-BE49-F238E27FC236}">
                <a16:creationId xmlns:a16="http://schemas.microsoft.com/office/drawing/2014/main" id="{C4D349CE-1015-4974-9692-27806E97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使用方式：主张只保留一句。高亮版用于真正焦点，中性版适合页面收束。</a:t>
            </a:r>
          </a:p>
        </p:txBody>
      </p:sp>
    </p:spTree>
    <p:extLst>
      <p:ext uri="{BB962C8B-B14F-4D97-AF65-F5344CB8AC3E}">
        <p14:creationId xmlns:p14="http://schemas.microsoft.com/office/powerpoint/2010/main" val="373547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92D733CA-0204-4EBF-8D9D-E071D931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28C02AF4-934D-46E3-A716-CF591FCF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1035A068-6DC7-4219-BF48-DEC8AA0E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77F46EF3-E89C-47EE-A649-39CF037B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330106FC-77C8-4A98-A950-71E4AA58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C03 / 通用组件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FC3F2532-D23D-40FD-9685-A1B929A9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玻璃</a:t>
            </a:r>
          </a:p>
        </p:txBody>
      </p:sp>
      <p:sp>
        <p:nvSpPr>
          <p:cNvPr id="7" name="chrome--page-title--7">
            <a:extLst xmlns:a="http://schemas.openxmlformats.org/drawingml/2006/main">
              <a:ext uri="{FF2B5EF4-FFF2-40B4-BE49-F238E27FC236}">
                <a16:creationId xmlns:a16="http://schemas.microsoft.com/office/drawing/2014/main" id="{A06126EB-BF9D-414B-8A63-41283D8B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471" y="1676400"/>
            <a:ext cx="2469116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信息容器</a:t>
            </a:r>
          </a:p>
        </p:txBody>
      </p:sp>
      <p:sp>
        <p:nvSpPr>
          <p:cNvPr id="8" name="chrome--page-subtitle--8">
            <a:extLst xmlns:a="http://schemas.openxmlformats.org/drawingml/2006/main">
              <a:ext uri="{FF2B5EF4-FFF2-40B4-BE49-F238E27FC236}">
                <a16:creationId xmlns:a16="http://schemas.microsoft.com/office/drawing/2014/main" id="{69ED5E1A-0E55-4B31-ABAB-209C27B0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透明填充、白色细边和接触感共同形成层次，填充透明度不影响文字。</a:t>
            </a:r>
          </a:p>
        </p:txBody>
      </p:sp>
      <p:grpSp>
        <p:nvGrpSpPr>
          <p:cNvPr id="29" name="C03-1"/>
          <p:cNvGrpSpPr/>
          <p:nvPr/>
        </p:nvGrpSpPr>
        <p:grpSpPr>
          <a:xfrm xmlns:a="http://schemas.openxmlformats.org/drawingml/2006/main">
            <a:off x="457200" y="3476625"/>
            <a:ext cx="4686300" cy="3829050"/>
            <a:chOff x="457200" y="3476625"/>
            <a:chExt cx="4686300" cy="3829050"/>
          </a:xfrm>
        </p:grpSpPr>
        <p:sp>
          <p:nvSpPr>
            <p:cNvPr id="9" name="C03-1--surface--9">
              <a:extLst xmlns:a="http://schemas.openxmlformats.org/drawingml/2006/main">
                <a:ext uri="{FF2B5EF4-FFF2-40B4-BE49-F238E27FC236}">
                  <a16:creationId xmlns:a16="http://schemas.microsoft.com/office/drawing/2014/main" id="{C12C4323-33DD-4AB0-A0FE-DB694F8C4EE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476625"/>
              <a:ext cx="4686300" cy="3829050"/>
            </a:xfrm>
            <a:prstGeom xmlns:a="http://schemas.openxmlformats.org/drawingml/2006/main" prst="roundRect">
              <a:avLst>
                <a:gd name="adj" fmla="val 5970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0" name="C03-1--small-tag--10">
              <a:extLst xmlns:a="http://schemas.openxmlformats.org/drawingml/2006/main">
                <a:ext uri="{FF2B5EF4-FFF2-40B4-BE49-F238E27FC236}">
                  <a16:creationId xmlns:a16="http://schemas.microsoft.com/office/drawing/2014/main" id="{3B09AA4B-E2AE-40C2-902E-564145EDBCF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4850" y="3705225"/>
              <a:ext cx="1066800" cy="323850"/>
            </a:xfrm>
            <a:prstGeom xmlns:a="http://schemas.openxmlformats.org/drawingml/2006/main" prst="roundRect">
              <a:avLst>
                <a:gd name="adj" fmla="val 50000"/>
              </a:avLst>
            </a:prstGeom>
            <a:gradFill xmlns:a="http://schemas.openxmlformats.org/drawingml/2006/main">
              <a:gsLst>
                <a:gs pos="0">
                  <a:srgbClr val="D53912"/>
                </a:gs>
                <a:gs pos="100000">
                  <a:srgbClr val="D90404"/>
                </a:gs>
              </a:gsLst>
              <a:lin ang="0"/>
            </a:gradFill>
            <a:ln xmlns:a="http://schemas.openxmlformats.org/drawingml/2006/main" w="9525">
              <a:solidFill>
                <a:srgbClr val="FFFFFF">
                  <a:alpha val="85000"/>
                </a:srgbClr>
              </a:solidFill>
              <a:prstDash val="solid"/>
            </a:ln>
          </p:spPr>
        </p:sp>
        <p:sp>
          <p:nvSpPr>
            <p:cNvPr id="11" name="C03-1--small-tag-text--11">
              <a:extLst xmlns:a="http://schemas.openxmlformats.org/drawingml/2006/main">
                <a:ext uri="{FF2B5EF4-FFF2-40B4-BE49-F238E27FC236}">
                  <a16:creationId xmlns:a16="http://schemas.microsoft.com/office/drawing/2014/main" id="{365D6A5A-7952-4CDE-AAE6-161AA8B600E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2000" y="3762375"/>
              <a:ext cx="952500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2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2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默认</a:t>
              </a:r>
            </a:p>
          </p:txBody>
        </p:sp>
        <p:sp>
          <p:nvSpPr>
            <p:cNvPr id="12" name="C03-1--surface-title--12">
              <a:extLst xmlns:a="http://schemas.openxmlformats.org/drawingml/2006/main">
                <a:ext uri="{FF2B5EF4-FFF2-40B4-BE49-F238E27FC236}">
                  <a16:creationId xmlns:a16="http://schemas.microsoft.com/office/drawing/2014/main" id="{8785A0D2-6D9F-4389-A01C-E6F786833A9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4238625"/>
              <a:ext cx="4152900" cy="600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中性玻璃</a:t>
              </a:r>
            </a:p>
          </p:txBody>
        </p:sp>
        <p:sp>
          <p:nvSpPr>
            <p:cNvPr id="13" name="C03-1--surface-body--13">
              <a:extLst xmlns:a="http://schemas.openxmlformats.org/drawingml/2006/main">
                <a:ext uri="{FF2B5EF4-FFF2-40B4-BE49-F238E27FC236}">
                  <a16:creationId xmlns:a16="http://schemas.microsoft.com/office/drawing/2014/main" id="{3BA14F55-04CB-4922-AD87-709F029AD8B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5048250"/>
              <a:ext cx="4152900" cy="2000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承载主要信息。</a:t>
              </a:r>
            </a:p>
            <a:p xmlns:a="http://schemas.openxmlformats.org/drawingml/2006/main">
              <a:r>
                <a:t/>
              </a:r>
            </a:p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保留暖白透光和清晰的文字对比。</a:t>
              </a:r>
            </a:p>
          </p:txBody>
        </p:sp>
      </p:grpSp>
      <p:grpSp>
        <p:nvGrpSpPr>
          <p:cNvPr id="30" name="C03-2"/>
          <p:cNvGrpSpPr/>
          <p:nvPr/>
        </p:nvGrpSpPr>
        <p:grpSpPr>
          <a:xfrm xmlns:a="http://schemas.openxmlformats.org/drawingml/2006/main">
            <a:off x="5619750" y="3476625"/>
            <a:ext cx="4686300" cy="3829050"/>
            <a:chOff x="5619750" y="3476625"/>
            <a:chExt cx="4686300" cy="3829050"/>
          </a:xfrm>
        </p:grpSpPr>
        <p:sp>
          <p:nvSpPr>
            <p:cNvPr id="14" name="C03-2--surface--14">
              <a:extLst xmlns:a="http://schemas.openxmlformats.org/drawingml/2006/main">
                <a:ext uri="{FF2B5EF4-FFF2-40B4-BE49-F238E27FC236}">
                  <a16:creationId xmlns:a16="http://schemas.microsoft.com/office/drawing/2014/main" id="{E3A669FB-AC2E-41FD-B5B3-D5476A5A0F9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19750" y="3476625"/>
              <a:ext cx="4686300" cy="3829050"/>
            </a:xfrm>
            <a:prstGeom xmlns:a="http://schemas.openxmlformats.org/drawingml/2006/main" prst="roundRect">
              <a:avLst>
                <a:gd name="adj" fmla="val 5970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5" name="C03-2--small-tag--15">
              <a:extLst xmlns:a="http://schemas.openxmlformats.org/drawingml/2006/main">
                <a:ext uri="{FF2B5EF4-FFF2-40B4-BE49-F238E27FC236}">
                  <a16:creationId xmlns:a16="http://schemas.microsoft.com/office/drawing/2014/main" id="{95E96717-4D16-4FB7-A4C8-F4B23354603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67400" y="3705225"/>
              <a:ext cx="1066800" cy="323850"/>
            </a:xfrm>
            <a:prstGeom xmlns:a="http://schemas.openxmlformats.org/drawingml/2006/main" prst="roundRect">
              <a:avLst>
                <a:gd name="adj" fmla="val 50000"/>
              </a:avLst>
            </a:prstGeom>
            <a:gradFill xmlns:a="http://schemas.openxmlformats.org/drawingml/2006/main">
              <a:gsLst>
                <a:gs pos="0">
                  <a:srgbClr val="D53912"/>
                </a:gs>
                <a:gs pos="100000">
                  <a:srgbClr val="D90404"/>
                </a:gs>
              </a:gsLst>
              <a:lin ang="0"/>
            </a:gradFill>
            <a:ln xmlns:a="http://schemas.openxmlformats.org/drawingml/2006/main" w="9525">
              <a:solidFill>
                <a:srgbClr val="FFFFFF">
                  <a:alpha val="85000"/>
                </a:srgbClr>
              </a:solidFill>
              <a:prstDash val="solid"/>
            </a:ln>
          </p:spPr>
        </p:sp>
        <p:sp>
          <p:nvSpPr>
            <p:cNvPr id="16" name="C03-2--small-tag-text--16">
              <a:extLst xmlns:a="http://schemas.openxmlformats.org/drawingml/2006/main">
                <a:ext uri="{FF2B5EF4-FFF2-40B4-BE49-F238E27FC236}">
                  <a16:creationId xmlns:a16="http://schemas.microsoft.com/office/drawing/2014/main" id="{807B5642-33AA-42B0-979B-039A7B35902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24550" y="3762375"/>
              <a:ext cx="952500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2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2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分组</a:t>
              </a:r>
            </a:p>
          </p:txBody>
        </p:sp>
        <p:sp>
          <p:nvSpPr>
            <p:cNvPr id="17" name="C03-2--surface-title--17">
              <a:extLst xmlns:a="http://schemas.openxmlformats.org/drawingml/2006/main">
                <a:ext uri="{FF2B5EF4-FFF2-40B4-BE49-F238E27FC236}">
                  <a16:creationId xmlns:a16="http://schemas.microsoft.com/office/drawing/2014/main" id="{4148D1BE-F7EA-46F2-9BE6-F7BA415DD15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86450" y="4238625"/>
              <a:ext cx="4152900" cy="600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分组与嵌套</a:t>
              </a:r>
            </a:p>
          </p:txBody>
        </p:sp>
        <p:sp>
          <p:nvSpPr>
            <p:cNvPr id="18" name="C03-2--surface-body--18">
              <a:extLst xmlns:a="http://schemas.openxmlformats.org/drawingml/2006/main">
                <a:ext uri="{FF2B5EF4-FFF2-40B4-BE49-F238E27FC236}">
                  <a16:creationId xmlns:a16="http://schemas.microsoft.com/office/drawing/2014/main" id="{77EE79F4-3C00-412E-984C-7669040DA98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86450" y="5048250"/>
              <a:ext cx="4152900" cy="2000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内部容器保持可见留边。</a:t>
              </a:r>
            </a:p>
          </p:txBody>
        </p:sp>
      </p:grpSp>
      <p:grpSp>
        <p:nvGrpSpPr>
          <p:cNvPr id="31" name="C03-3"/>
          <p:cNvGrpSpPr/>
          <p:nvPr/>
        </p:nvGrpSpPr>
        <p:grpSpPr>
          <a:xfrm xmlns:a="http://schemas.openxmlformats.org/drawingml/2006/main">
            <a:off x="5924550" y="5800725"/>
            <a:ext cx="4076700" cy="1200150"/>
            <a:chOff x="5924550" y="5800725"/>
            <a:chExt cx="4076700" cy="1200150"/>
          </a:xfrm>
        </p:grpSpPr>
        <p:sp>
          <p:nvSpPr>
            <p:cNvPr id="19" name="C03-3--surface--19">
              <a:extLst xmlns:a="http://schemas.openxmlformats.org/drawingml/2006/main">
                <a:ext uri="{FF2B5EF4-FFF2-40B4-BE49-F238E27FC236}">
                  <a16:creationId xmlns:a16="http://schemas.microsoft.com/office/drawing/2014/main" id="{47D7A6FF-622A-4165-B936-F29102DB7F7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24550" y="5800725"/>
              <a:ext cx="4076700" cy="1200150"/>
            </a:xfrm>
            <a:prstGeom xmlns:a="http://schemas.openxmlformats.org/drawingml/2006/main" prst="roundRect">
              <a:avLst>
                <a:gd name="adj" fmla="val 19048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20" name="C03-3--surface-body--20">
              <a:extLst xmlns:a="http://schemas.openxmlformats.org/drawingml/2006/main">
                <a:ext uri="{FF2B5EF4-FFF2-40B4-BE49-F238E27FC236}">
                  <a16:creationId xmlns:a16="http://schemas.microsoft.com/office/drawing/2014/main" id="{F9B63C76-9554-4B22-81D4-848840FBB5B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191250" y="6162675"/>
              <a:ext cx="3543300" cy="609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内容与容器分别编辑。</a:t>
              </a:r>
            </a:p>
          </p:txBody>
        </p:sp>
      </p:grpSp>
      <p:grpSp>
        <p:nvGrpSpPr>
          <p:cNvPr id="32" name="C03-4"/>
          <p:cNvGrpSpPr/>
          <p:nvPr/>
        </p:nvGrpSpPr>
        <p:grpSpPr>
          <a:xfrm xmlns:a="http://schemas.openxmlformats.org/drawingml/2006/main">
            <a:off x="10782300" y="3476625"/>
            <a:ext cx="4686300" cy="3829050"/>
            <a:chOff x="10782300" y="3476625"/>
            <a:chExt cx="4686300" cy="3829050"/>
          </a:xfrm>
        </p:grpSpPr>
        <p:sp>
          <p:nvSpPr>
            <p:cNvPr id="21" name="C03-4--surface--21">
              <a:extLst xmlns:a="http://schemas.openxmlformats.org/drawingml/2006/main">
                <a:ext uri="{FF2B5EF4-FFF2-40B4-BE49-F238E27FC236}">
                  <a16:creationId xmlns:a16="http://schemas.microsoft.com/office/drawing/2014/main" id="{CBA7E941-87D7-4A64-8A11-31E0F3D5105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782300" y="3476625"/>
              <a:ext cx="4686300" cy="3829050"/>
            </a:xfrm>
            <a:prstGeom xmlns:a="http://schemas.openxmlformats.org/drawingml/2006/main" prst="roundRect">
              <a:avLst>
                <a:gd name="adj" fmla="val 5970"/>
              </a:avLst>
            </a:prstGeom>
            <a:gradFill xmlns:a="http://schemas.openxmlformats.org/drawingml/2006/main">
              <a:gsLst>
                <a:gs pos="0">
                  <a:srgbClr val="FFB456"/>
                </a:gs>
                <a:gs pos="32000">
                  <a:srgbClr val="FF7800"/>
                </a:gs>
                <a:gs pos="68000">
                  <a:srgbClr val="FF3D12"/>
                </a:gs>
                <a:gs pos="100000">
                  <a:srgbClr val="F21916"/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22" name="C03-4--small-tag--22">
              <a:extLst xmlns:a="http://schemas.openxmlformats.org/drawingml/2006/main">
                <a:ext uri="{FF2B5EF4-FFF2-40B4-BE49-F238E27FC236}">
                  <a16:creationId xmlns:a16="http://schemas.microsoft.com/office/drawing/2014/main" id="{A30CD138-7B93-45CF-8C00-D96AC4A682A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29950" y="3705225"/>
              <a:ext cx="1066800" cy="323850"/>
            </a:xfrm>
            <a:prstGeom xmlns:a="http://schemas.openxmlformats.org/drawingml/2006/main" prst="roundRect">
              <a:avLst>
                <a:gd name="adj" fmla="val 50000"/>
              </a:avLst>
            </a:prstGeom>
            <a:gradFill xmlns:a="http://schemas.openxmlformats.org/drawingml/2006/main">
              <a:gsLst>
                <a:gs pos="0">
                  <a:srgbClr val="D53912"/>
                </a:gs>
                <a:gs pos="100000">
                  <a:srgbClr val="D90404"/>
                </a:gs>
              </a:gsLst>
              <a:lin ang="0"/>
            </a:gradFill>
            <a:ln xmlns:a="http://schemas.openxmlformats.org/drawingml/2006/main" w="9525">
              <a:solidFill>
                <a:srgbClr val="FFFFFF">
                  <a:alpha val="85000"/>
                </a:srgbClr>
              </a:solidFill>
              <a:prstDash val="solid"/>
            </a:ln>
          </p:spPr>
        </p:sp>
        <p:sp>
          <p:nvSpPr>
            <p:cNvPr id="23" name="C03-4--small-tag-text--23">
              <a:extLst xmlns:a="http://schemas.openxmlformats.org/drawingml/2006/main">
                <a:ext uri="{FF2B5EF4-FFF2-40B4-BE49-F238E27FC236}">
                  <a16:creationId xmlns:a16="http://schemas.microsoft.com/office/drawing/2014/main" id="{30D881ED-629A-43BE-9400-0C63925A855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87100" y="3762375"/>
              <a:ext cx="952500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2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2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聚焦</a:t>
              </a:r>
            </a:p>
          </p:txBody>
        </p:sp>
        <p:sp>
          <p:nvSpPr>
            <p:cNvPr id="24" name="C03-4--surface-title--24">
              <a:extLst xmlns:a="http://schemas.openxmlformats.org/drawingml/2006/main">
                <a:ext uri="{FF2B5EF4-FFF2-40B4-BE49-F238E27FC236}">
                  <a16:creationId xmlns:a16="http://schemas.microsoft.com/office/drawing/2014/main" id="{DD0FAFB6-00C8-4806-912C-9FA1B9A9C6F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49000" y="4238625"/>
              <a:ext cx="4152900" cy="600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当前核心概念</a:t>
              </a:r>
            </a:p>
          </p:txBody>
        </p:sp>
        <p:sp>
          <p:nvSpPr>
            <p:cNvPr id="25" name="C03-4--surface-body--25">
              <a:extLst xmlns:a="http://schemas.openxmlformats.org/drawingml/2006/main">
                <a:ext uri="{FF2B5EF4-FFF2-40B4-BE49-F238E27FC236}">
                  <a16:creationId xmlns:a16="http://schemas.microsoft.com/office/drawing/2014/main" id="{9E822BF2-2F46-48D2-9F61-27EA54B203A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49000" y="5048250"/>
              <a:ext cx="4152900" cy="2000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橙红高亮用于当前重点。</a:t>
              </a:r>
            </a:p>
            <a:p xmlns:a="http://schemas.openxmlformats.org/drawingml/2006/main">
              <a:r>
                <a:t/>
              </a:r>
            </a:p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颜色不自动代表完成状态。</a:t>
              </a:r>
            </a:p>
          </p:txBody>
        </p:sp>
      </p:grpSp>
      <p:sp>
        <p:nvSpPr>
          <p:cNvPr id="26" name="chrome--footer-rule--26">
            <a:extLst xmlns:a="http://schemas.openxmlformats.org/drawingml/2006/main">
              <a:ext uri="{FF2B5EF4-FFF2-40B4-BE49-F238E27FC236}">
                <a16:creationId xmlns:a16="http://schemas.microsoft.com/office/drawing/2014/main" id="{29254878-E5BF-46CF-A61E-9B810B68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27" name="chrome--footer--27">
            <a:extLst xmlns:a="http://schemas.openxmlformats.org/drawingml/2006/main">
              <a:ext uri="{FF2B5EF4-FFF2-40B4-BE49-F238E27FC236}">
                <a16:creationId xmlns:a16="http://schemas.microsoft.com/office/drawing/2014/main" id="{D5CE563C-75B0-49A5-B365-5C73CBBD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使用方式：可改尺寸、标题与正文。PPT 以原生透明渐变、细边和软阴影近似玻璃材质。</a:t>
            </a:r>
          </a:p>
        </p:txBody>
      </p:sp>
    </p:spTree>
    <p:extLst>
      <p:ext uri="{BB962C8B-B14F-4D97-AF65-F5344CB8AC3E}">
        <p14:creationId xmlns:p14="http://schemas.microsoft.com/office/powerpoint/2010/main" val="6904036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FD815F76-637E-4A1B-9634-0576E300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4E02FBFC-B1CA-4B78-8CB8-74E18A2B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F3A4F027-EB11-467F-A569-A547815C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57ED82C9-AA48-4D14-9E1F-74101616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828763EB-D5C5-4320-9AFE-496EA39B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C04 / 通用组件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1CF50FEC-CE3E-4065-AAB2-5F1C4DC4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图标</a:t>
            </a:r>
          </a:p>
        </p:txBody>
      </p:sp>
      <p:sp>
        <p:nvSpPr>
          <p:cNvPr id="7" name="chrome--page-title--7">
            <a:extLst xmlns:a="http://schemas.openxmlformats.org/drawingml/2006/main">
              <a:ext uri="{FF2B5EF4-FFF2-40B4-BE49-F238E27FC236}">
                <a16:creationId xmlns:a16="http://schemas.microsoft.com/office/drawing/2014/main" id="{65C9BFC4-5A07-4120-B674-30FC4BC7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471" y="1676400"/>
            <a:ext cx="3074489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与定位节点</a:t>
            </a:r>
          </a:p>
        </p:txBody>
      </p:sp>
      <p:sp>
        <p:nvSpPr>
          <p:cNvPr id="8" name="chrome--page-subtitle--8">
            <a:extLst xmlns:a="http://schemas.openxmlformats.org/drawingml/2006/main">
              <a:ext uri="{FF2B5EF4-FFF2-40B4-BE49-F238E27FC236}">
                <a16:creationId xmlns:a16="http://schemas.microsoft.com/office/drawing/2014/main" id="{E7B1B0EA-00DF-4F8D-B34D-43C31C00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六种原生线性符号，共用黑色定位牌与中性圆环两种表现。</a:t>
            </a:r>
          </a:p>
        </p:txBody>
      </p:sp>
      <p:grpSp>
        <p:nvGrpSpPr>
          <p:cNvPr id="104" name="C04-1"/>
          <p:cNvGrpSpPr/>
          <p:nvPr/>
        </p:nvGrpSpPr>
        <p:grpSpPr>
          <a:xfrm xmlns:a="http://schemas.openxmlformats.org/drawingml/2006/main">
            <a:off x="457200" y="3371850"/>
            <a:ext cx="15011400" cy="2352675"/>
            <a:chOff x="457200" y="3371850"/>
            <a:chExt cx="15011400" cy="2352675"/>
          </a:xfrm>
        </p:grpSpPr>
        <p:sp>
          <p:nvSpPr>
            <p:cNvPr id="9" name="C04-1--node-halo--9">
              <a:extLst xmlns:a="http://schemas.openxmlformats.org/drawingml/2006/main">
                <a:ext uri="{FF2B5EF4-FFF2-40B4-BE49-F238E27FC236}">
                  <a16:creationId xmlns:a16="http://schemas.microsoft.com/office/drawing/2014/main" id="{8B3EBA80-3115-49CE-AD4D-F6EDBD9D66A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22375" y="3438525"/>
              <a:ext cx="971550" cy="9715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6EC">
                <a:alpha val="70000"/>
              </a:srgbClr>
            </a:soli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</p:sp>
        <p:sp>
          <p:nvSpPr>
            <p:cNvPr id="10" name="C04-1--node-face--10">
              <a:extLst xmlns:a="http://schemas.openxmlformats.org/drawingml/2006/main">
                <a:ext uri="{FF2B5EF4-FFF2-40B4-BE49-F238E27FC236}">
                  <a16:creationId xmlns:a16="http://schemas.microsoft.com/office/drawing/2014/main" id="{3AF7CABF-E1DD-47CD-BCF1-DDBB3339BA1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17625" y="3533775"/>
              <a:ext cx="781050" cy="781050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333333"/>
                </a:gs>
                <a:gs pos="55000">
                  <a:srgbClr val="131313"/>
                </a:gs>
                <a:gs pos="100000">
                  <a:srgbClr val="050505"/>
                </a:gs>
              </a:gsLst>
              <a:lin ang="3300000"/>
            </a:gradFill>
            <a:ln xmlns:a="http://schemas.openxmlformats.org/drawingml/2006/main" w="9525">
              <a:solidFill>
                <a:srgbClr val="FFFFFF">
                  <a:alpha val="70000"/>
                </a:srgbClr>
              </a:solidFill>
              <a:prstDash val="solid"/>
            </a:ln>
          </p:spPr>
        </p:sp>
        <p:sp>
          <p:nvSpPr>
            <p:cNvPr id="11" name="C04-1--target-outer--11">
              <a:extLst xmlns:a="http://schemas.openxmlformats.org/drawingml/2006/main">
                <a:ext uri="{FF2B5EF4-FFF2-40B4-BE49-F238E27FC236}">
                  <a16:creationId xmlns:a16="http://schemas.microsoft.com/office/drawing/2014/main" id="{DB1FBC1F-DE09-4A29-9361-8CFE73CA956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19634" y="3735784"/>
              <a:ext cx="377031" cy="377031"/>
            </a:xfrm>
            <a:prstGeom xmlns:a="http://schemas.openxmlformats.org/drawingml/2006/main" prst="ellipse">
              <a:avLst/>
            </a:prstGeom>
            <a:noFill xmlns:a="http://schemas.openxmlformats.org/drawingml/2006/main"/>
            <a:ln xmlns:a="http://schemas.openxmlformats.org/drawingml/2006/main" w="23813">
              <a:solidFill>
                <a:srgbClr val="FFFFFF"/>
              </a:solidFill>
              <a:prstDash val="solid"/>
            </a:ln>
          </p:spPr>
        </p:sp>
        <p:sp>
          <p:nvSpPr>
            <p:cNvPr id="12" name="C04-1--target-inner--12">
              <a:extLst xmlns:a="http://schemas.openxmlformats.org/drawingml/2006/main">
                <a:ext uri="{FF2B5EF4-FFF2-40B4-BE49-F238E27FC236}">
                  <a16:creationId xmlns:a16="http://schemas.microsoft.com/office/drawing/2014/main" id="{D3A60FDE-CDB0-4506-BD78-FB9930A6EED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08931" y="3825081"/>
              <a:ext cx="198438" cy="198438"/>
            </a:xfrm>
            <a:prstGeom xmlns:a="http://schemas.openxmlformats.org/drawingml/2006/main" prst="ellipse">
              <a:avLst/>
            </a:prstGeom>
            <a:noFill xmlns:a="http://schemas.openxmlformats.org/drawingml/2006/main"/>
            <a:ln xmlns:a="http://schemas.openxmlformats.org/drawingml/2006/main" w="23813">
              <a:solidFill>
                <a:srgbClr val="FFFFFF"/>
              </a:solidFill>
              <a:prstDash val="solid"/>
            </a:ln>
          </p:spPr>
        </p:sp>
        <p:sp>
          <p:nvSpPr>
            <p:cNvPr id="13" name="C04-1--icon-line--13">
              <a:extLst xmlns:a="http://schemas.openxmlformats.org/drawingml/2006/main">
                <a:ext uri="{FF2B5EF4-FFF2-40B4-BE49-F238E27FC236}">
                  <a16:creationId xmlns:a16="http://schemas.microsoft.com/office/drawing/2014/main" id="{177C03A9-33CD-4B94-AEAA-1E65626225B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1">
              <a:off x="1708150" y="3735784"/>
              <a:ext cx="188516" cy="18851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3813">
              <a:solidFill>
                <a:srgbClr val="FFFFFF"/>
              </a:solidFill>
              <a:prstDash val="solid"/>
            </a:ln>
          </p:spPr>
        </p:sp>
        <p:sp>
          <p:nvSpPr>
            <p:cNvPr id="14" name="C04-1--icon-line--14">
              <a:extLst xmlns:a="http://schemas.openxmlformats.org/drawingml/2006/main">
                <a:ext uri="{FF2B5EF4-FFF2-40B4-BE49-F238E27FC236}">
                  <a16:creationId xmlns:a16="http://schemas.microsoft.com/office/drawing/2014/main" id="{5415E4ED-6BF2-40B0-A529-4D1C9FAABAB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1807369" y="3735784"/>
              <a:ext cx="89297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3813">
              <a:solidFill>
                <a:srgbClr val="FFFFFF"/>
              </a:solidFill>
              <a:prstDash val="solid"/>
            </a:ln>
          </p:spPr>
        </p:sp>
        <p:sp>
          <p:nvSpPr>
            <p:cNvPr id="15" name="C04-1--icon-line--15">
              <a:extLst xmlns:a="http://schemas.openxmlformats.org/drawingml/2006/main">
                <a:ext uri="{FF2B5EF4-FFF2-40B4-BE49-F238E27FC236}">
                  <a16:creationId xmlns:a16="http://schemas.microsoft.com/office/drawing/2014/main" id="{4BCB105A-E38B-4B0A-B892-03FBED39629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1896666" y="3735784"/>
              <a:ext cx="0" cy="8929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3813">
              <a:solidFill>
                <a:srgbClr val="FFFFFF"/>
              </a:solidFill>
              <a:prstDash val="solid"/>
            </a:ln>
          </p:spPr>
        </p:sp>
        <p:sp>
          <p:nvSpPr>
            <p:cNvPr id="16" name="C04-1--pin-stem--16">
              <a:extLst xmlns:a="http://schemas.openxmlformats.org/drawingml/2006/main">
                <a:ext uri="{FF2B5EF4-FFF2-40B4-BE49-F238E27FC236}">
                  <a16:creationId xmlns:a16="http://schemas.microsoft.com/office/drawing/2014/main" id="{89959E3B-61A4-4903-87EB-3C3006696F2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1708150" y="4343400"/>
              <a:ext cx="0" cy="3333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131313"/>
              </a:solidFill>
              <a:prstDash val="solid"/>
            </a:ln>
          </p:spPr>
        </p:sp>
        <p:sp>
          <p:nvSpPr>
            <p:cNvPr id="17" name="C04-1--pin-base--17">
              <a:extLst xmlns:a="http://schemas.openxmlformats.org/drawingml/2006/main">
                <a:ext uri="{FF2B5EF4-FFF2-40B4-BE49-F238E27FC236}">
                  <a16:creationId xmlns:a16="http://schemas.microsoft.com/office/drawing/2014/main" id="{4FCA4BEE-4E9F-4D2F-947B-32457EF7046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89075" y="4619625"/>
              <a:ext cx="43815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6EC"/>
            </a:solidFill>
            <a:ln xmlns:a="http://schemas.openxmlformats.org/drawingml/2006/main" w="14288">
              <a:solidFill>
                <a:srgbClr val="FF7800">
                  <a:alpha val="45000"/>
                </a:srgbClr>
              </a:solidFill>
              <a:prstDash val="solid"/>
            </a:ln>
          </p:spPr>
        </p:sp>
        <p:sp>
          <p:nvSpPr>
            <p:cNvPr id="18" name="C04-1--pin-center--18">
              <a:extLst xmlns:a="http://schemas.openxmlformats.org/drawingml/2006/main">
                <a:ext uri="{FF2B5EF4-FFF2-40B4-BE49-F238E27FC236}">
                  <a16:creationId xmlns:a16="http://schemas.microsoft.com/office/drawing/2014/main" id="{74FA5821-BF9B-4AF4-B088-EE273599270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41475" y="4648200"/>
              <a:ext cx="133350" cy="571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3D12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9" name="C04-1--node-label--19">
              <a:extLst xmlns:a="http://schemas.openxmlformats.org/drawingml/2006/main">
                <a:ext uri="{FF2B5EF4-FFF2-40B4-BE49-F238E27FC236}">
                  <a16:creationId xmlns:a16="http://schemas.microsoft.com/office/drawing/2014/main" id="{A3267801-BA91-4A02-A7F6-A7D5526D5AF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4825" y="4933950"/>
              <a:ext cx="2406650" cy="609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目标</a:t>
              </a:r>
            </a:p>
          </p:txBody>
        </p:sp>
        <p:sp>
          <p:nvSpPr>
            <p:cNvPr id="20" name="C04-1--node-halo--20">
              <a:extLst xmlns:a="http://schemas.openxmlformats.org/drawingml/2006/main">
                <a:ext uri="{FF2B5EF4-FFF2-40B4-BE49-F238E27FC236}">
                  <a16:creationId xmlns:a16="http://schemas.microsoft.com/office/drawing/2014/main" id="{B2A0B76A-9AED-4788-973C-4A326BEA14A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24275" y="3438525"/>
              <a:ext cx="971550" cy="9715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6EC">
                <a:alpha val="70000"/>
              </a:srgbClr>
            </a:soli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</p:sp>
        <p:sp>
          <p:nvSpPr>
            <p:cNvPr id="21" name="C04-1--node-face--21">
              <a:extLst xmlns:a="http://schemas.openxmlformats.org/drawingml/2006/main">
                <a:ext uri="{FF2B5EF4-FFF2-40B4-BE49-F238E27FC236}">
                  <a16:creationId xmlns:a16="http://schemas.microsoft.com/office/drawing/2014/main" id="{50C4346E-E56D-4395-9EE1-66FB133D950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19525" y="3533775"/>
              <a:ext cx="781050" cy="781050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333333"/>
                </a:gs>
                <a:gs pos="55000">
                  <a:srgbClr val="131313"/>
                </a:gs>
                <a:gs pos="100000">
                  <a:srgbClr val="050505"/>
                </a:gs>
              </a:gsLst>
              <a:lin ang="3300000"/>
            </a:gradFill>
            <a:ln xmlns:a="http://schemas.openxmlformats.org/drawingml/2006/main" w="9525">
              <a:solidFill>
                <a:srgbClr val="FFFFFF">
                  <a:alpha val="70000"/>
                </a:srgbClr>
              </a:solidFill>
              <a:prstDash val="solid"/>
            </a:ln>
          </p:spPr>
        </p:sp>
        <p:sp>
          <p:nvSpPr>
            <p:cNvPr id="22" name="C04-1--document--22">
              <a:extLst xmlns:a="http://schemas.openxmlformats.org/drawingml/2006/main">
                <a:ext uri="{FF2B5EF4-FFF2-40B4-BE49-F238E27FC236}">
                  <a16:creationId xmlns:a16="http://schemas.microsoft.com/office/drawing/2014/main" id="{2CF74DA5-E4AC-48E0-94AB-452E155ED56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71144" y="3725863"/>
              <a:ext cx="287734" cy="396875"/>
            </a:xfrm>
            <a:prstGeom xmlns:a="http://schemas.openxmlformats.org/drawingml/2006/main" prst="roundRect">
              <a:avLst>
                <a:gd name="adj" fmla="val 13793"/>
              </a:avLst>
            </a:prstGeom>
            <a:noFill xmlns:a="http://schemas.openxmlformats.org/drawingml/2006/main"/>
            <a:ln xmlns:a="http://schemas.openxmlformats.org/drawingml/2006/main" w="9525">
              <a:solidFill>
                <a:srgbClr val="FFFFFF"/>
              </a:solidFill>
              <a:prstDash val="solid"/>
            </a:ln>
          </p:spPr>
        </p:sp>
        <p:sp>
          <p:nvSpPr>
            <p:cNvPr id="23" name="C04-1--icon-line--23">
              <a:extLst xmlns:a="http://schemas.openxmlformats.org/drawingml/2006/main">
                <a:ext uri="{FF2B5EF4-FFF2-40B4-BE49-F238E27FC236}">
                  <a16:creationId xmlns:a16="http://schemas.microsoft.com/office/drawing/2014/main" id="{B48C3B76-1761-4F51-B954-B8DA6CAAAEF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4140597" y="3844925"/>
              <a:ext cx="13890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3813">
              <a:solidFill>
                <a:srgbClr val="FFFFFF"/>
              </a:solidFill>
              <a:prstDash val="solid"/>
            </a:ln>
          </p:spPr>
        </p:sp>
        <p:sp>
          <p:nvSpPr>
            <p:cNvPr id="24" name="C04-1--icon-line--24">
              <a:extLst xmlns:a="http://schemas.openxmlformats.org/drawingml/2006/main">
                <a:ext uri="{FF2B5EF4-FFF2-40B4-BE49-F238E27FC236}">
                  <a16:creationId xmlns:a16="http://schemas.microsoft.com/office/drawing/2014/main" id="{9CC10CEA-D2AC-4085-91F3-B46AE82871C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4140597" y="3924300"/>
              <a:ext cx="138906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3813">
              <a:solidFill>
                <a:srgbClr val="FFFFFF"/>
              </a:solidFill>
              <a:prstDash val="solid"/>
            </a:ln>
          </p:spPr>
        </p:sp>
        <p:sp>
          <p:nvSpPr>
            <p:cNvPr id="25" name="C04-1--icon-line--25">
              <a:extLst xmlns:a="http://schemas.openxmlformats.org/drawingml/2006/main">
                <a:ext uri="{FF2B5EF4-FFF2-40B4-BE49-F238E27FC236}">
                  <a16:creationId xmlns:a16="http://schemas.microsoft.com/office/drawing/2014/main" id="{2CF6835B-FEFC-401F-A1E4-9E9221908F9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4140597" y="4003675"/>
              <a:ext cx="99219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3813">
              <a:solidFill>
                <a:srgbClr val="FFFFFF"/>
              </a:solidFill>
              <a:prstDash val="solid"/>
            </a:ln>
          </p:spPr>
        </p:sp>
        <p:sp>
          <p:nvSpPr>
            <p:cNvPr id="26" name="C04-1--pin-stem--26">
              <a:extLst xmlns:a="http://schemas.openxmlformats.org/drawingml/2006/main">
                <a:ext uri="{FF2B5EF4-FFF2-40B4-BE49-F238E27FC236}">
                  <a16:creationId xmlns:a16="http://schemas.microsoft.com/office/drawing/2014/main" id="{F2F0EE6D-DD45-44E0-AC92-C1B4EFC1607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4210050" y="4343400"/>
              <a:ext cx="0" cy="3333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131313"/>
              </a:solidFill>
              <a:prstDash val="solid"/>
            </a:ln>
          </p:spPr>
        </p:sp>
        <p:sp>
          <p:nvSpPr>
            <p:cNvPr id="27" name="C04-1--pin-base--27">
              <a:extLst xmlns:a="http://schemas.openxmlformats.org/drawingml/2006/main">
                <a:ext uri="{FF2B5EF4-FFF2-40B4-BE49-F238E27FC236}">
                  <a16:creationId xmlns:a16="http://schemas.microsoft.com/office/drawing/2014/main" id="{05B61C47-46E4-4D99-83D3-53245FDADC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90975" y="4619625"/>
              <a:ext cx="43815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6EC"/>
            </a:solidFill>
            <a:ln xmlns:a="http://schemas.openxmlformats.org/drawingml/2006/main" w="14288">
              <a:solidFill>
                <a:srgbClr val="FF7800">
                  <a:alpha val="45000"/>
                </a:srgbClr>
              </a:solidFill>
              <a:prstDash val="solid"/>
            </a:ln>
          </p:spPr>
        </p:sp>
        <p:sp>
          <p:nvSpPr>
            <p:cNvPr id="28" name="C04-1--pin-center--28">
              <a:extLst xmlns:a="http://schemas.openxmlformats.org/drawingml/2006/main">
                <a:ext uri="{FF2B5EF4-FFF2-40B4-BE49-F238E27FC236}">
                  <a16:creationId xmlns:a16="http://schemas.microsoft.com/office/drawing/2014/main" id="{D6CD7D87-6DCC-4231-98E8-F3210C53922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43375" y="4648200"/>
              <a:ext cx="133350" cy="571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3D12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9" name="C04-1--node-label--29">
              <a:extLst xmlns:a="http://schemas.openxmlformats.org/drawingml/2006/main">
                <a:ext uri="{FF2B5EF4-FFF2-40B4-BE49-F238E27FC236}">
                  <a16:creationId xmlns:a16="http://schemas.microsoft.com/office/drawing/2014/main" id="{AD2AC0E1-0287-4B38-A03B-92D4A224543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06725" y="4933950"/>
              <a:ext cx="2406650" cy="609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文档</a:t>
              </a:r>
            </a:p>
          </p:txBody>
        </p:sp>
        <p:sp>
          <p:nvSpPr>
            <p:cNvPr id="30" name="C04-1--node-halo--30">
              <a:extLst xmlns:a="http://schemas.openxmlformats.org/drawingml/2006/main">
                <a:ext uri="{FF2B5EF4-FFF2-40B4-BE49-F238E27FC236}">
                  <a16:creationId xmlns:a16="http://schemas.microsoft.com/office/drawing/2014/main" id="{976C4B4E-E3EA-4CC8-882E-4204AE6D27B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26175" y="3438525"/>
              <a:ext cx="971550" cy="9715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6EC">
                <a:alpha val="70000"/>
              </a:srgbClr>
            </a:soli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</p:sp>
        <p:sp>
          <p:nvSpPr>
            <p:cNvPr id="31" name="C04-1--node-face--31">
              <a:extLst xmlns:a="http://schemas.openxmlformats.org/drawingml/2006/main">
                <a:ext uri="{FF2B5EF4-FFF2-40B4-BE49-F238E27FC236}">
                  <a16:creationId xmlns:a16="http://schemas.microsoft.com/office/drawing/2014/main" id="{140DCB79-642C-4241-A002-A642B7809B0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321425" y="3533775"/>
              <a:ext cx="781050" cy="781050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333333"/>
                </a:gs>
                <a:gs pos="55000">
                  <a:srgbClr val="131313"/>
                </a:gs>
                <a:gs pos="100000">
                  <a:srgbClr val="050505"/>
                </a:gs>
              </a:gsLst>
              <a:lin ang="3300000"/>
            </a:gradFill>
            <a:ln xmlns:a="http://schemas.openxmlformats.org/drawingml/2006/main" w="9525">
              <a:solidFill>
                <a:srgbClr val="FFFFFF">
                  <a:alpha val="70000"/>
                </a:srgbClr>
              </a:solidFill>
              <a:prstDash val="solid"/>
            </a:ln>
          </p:spPr>
        </p:sp>
        <p:sp>
          <p:nvSpPr>
            <p:cNvPr id="32" name="C04-1--person-head--32">
              <a:extLst xmlns:a="http://schemas.openxmlformats.org/drawingml/2006/main">
                <a:ext uri="{FF2B5EF4-FFF2-40B4-BE49-F238E27FC236}">
                  <a16:creationId xmlns:a16="http://schemas.microsoft.com/office/drawing/2014/main" id="{2CC29F2A-47A7-4F5F-83F4-43D8A8D507F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42497" y="3725863"/>
              <a:ext cx="148828" cy="148828"/>
            </a:xfrm>
            <a:prstGeom xmlns:a="http://schemas.openxmlformats.org/drawingml/2006/main" prst="ellipse">
              <a:avLst/>
            </a:prstGeom>
            <a:noFill xmlns:a="http://schemas.openxmlformats.org/drawingml/2006/main"/>
            <a:ln xmlns:a="http://schemas.openxmlformats.org/drawingml/2006/main" w="22820">
              <a:solidFill>
                <a:srgbClr val="FFFFFF"/>
              </a:solidFill>
              <a:prstDash val="solid"/>
            </a:ln>
          </p:spPr>
        </p:sp>
        <p:sp>
          <p:nvSpPr>
            <p:cNvPr id="33" name="C04-1--person-body--33">
              <a:extLst xmlns:a="http://schemas.openxmlformats.org/drawingml/2006/main">
                <a:ext uri="{FF2B5EF4-FFF2-40B4-BE49-F238E27FC236}">
                  <a16:creationId xmlns:a16="http://schemas.microsoft.com/office/drawing/2014/main" id="{8973194E-C389-44A5-A849-A6D34550E7B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543278" y="3914378"/>
              <a:ext cx="337344" cy="208359"/>
            </a:xfrm>
            <a:custGeom xmlns:a="http://schemas.openxmlformats.org/drawingml/2006/main">
              <a:pathLst>
                <a:path w="337344" h="208359">
                  <a:moveTo>
                    <a:pt x="0" y="198438"/>
                  </a:moveTo>
                  <a:cubicBezTo>
                    <a:pt x="0" y="-59531"/>
                    <a:pt x="337344" y="-59531"/>
                    <a:pt x="337344" y="198438"/>
                  </a:cubicBezTo>
                  <a:lnTo>
                    <a:pt x="0" y="198438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2820">
              <a:solidFill>
                <a:srgbClr val="FFFFFF"/>
              </a:solidFill>
              <a:prstDash val="solid"/>
            </a:ln>
          </p:spPr>
        </p:sp>
        <p:sp>
          <p:nvSpPr>
            <p:cNvPr id="34" name="C04-1--pin-stem--34">
              <a:extLst xmlns:a="http://schemas.openxmlformats.org/drawingml/2006/main">
                <a:ext uri="{FF2B5EF4-FFF2-40B4-BE49-F238E27FC236}">
                  <a16:creationId xmlns:a16="http://schemas.microsoft.com/office/drawing/2014/main" id="{0E416A8B-5311-4657-B98D-78C7D85914F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6711950" y="4343400"/>
              <a:ext cx="0" cy="3333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131313"/>
              </a:solidFill>
              <a:prstDash val="solid"/>
            </a:ln>
          </p:spPr>
        </p:sp>
        <p:sp>
          <p:nvSpPr>
            <p:cNvPr id="35" name="C04-1--pin-base--35">
              <a:extLst xmlns:a="http://schemas.openxmlformats.org/drawingml/2006/main">
                <a:ext uri="{FF2B5EF4-FFF2-40B4-BE49-F238E27FC236}">
                  <a16:creationId xmlns:a16="http://schemas.microsoft.com/office/drawing/2014/main" id="{351CC17C-A514-4DDC-812E-F6F17D16323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92875" y="4619625"/>
              <a:ext cx="43815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6EC"/>
            </a:solidFill>
            <a:ln xmlns:a="http://schemas.openxmlformats.org/drawingml/2006/main" w="14288">
              <a:solidFill>
                <a:srgbClr val="FF7800">
                  <a:alpha val="45000"/>
                </a:srgbClr>
              </a:solidFill>
              <a:prstDash val="solid"/>
            </a:ln>
          </p:spPr>
        </p:sp>
        <p:sp>
          <p:nvSpPr>
            <p:cNvPr id="36" name="C04-1--pin-center--36">
              <a:extLst xmlns:a="http://schemas.openxmlformats.org/drawingml/2006/main">
                <a:ext uri="{FF2B5EF4-FFF2-40B4-BE49-F238E27FC236}">
                  <a16:creationId xmlns:a16="http://schemas.microsoft.com/office/drawing/2014/main" id="{5DDB5903-1A9B-449A-9FF4-51DCF1B86E4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45275" y="4648200"/>
              <a:ext cx="133350" cy="571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3D12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37" name="C04-1--node-label--37">
              <a:extLst xmlns:a="http://schemas.openxmlformats.org/drawingml/2006/main">
                <a:ext uri="{FF2B5EF4-FFF2-40B4-BE49-F238E27FC236}">
                  <a16:creationId xmlns:a16="http://schemas.microsoft.com/office/drawing/2014/main" id="{E605C8CE-3622-44F0-9920-6F3FD9F8224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08625" y="4933950"/>
              <a:ext cx="2406650" cy="609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角色</a:t>
              </a:r>
            </a:p>
          </p:txBody>
        </p:sp>
        <p:sp>
          <p:nvSpPr>
            <p:cNvPr id="38" name="C04-1--node-halo--38">
              <a:extLst xmlns:a="http://schemas.openxmlformats.org/drawingml/2006/main">
                <a:ext uri="{FF2B5EF4-FFF2-40B4-BE49-F238E27FC236}">
                  <a16:creationId xmlns:a16="http://schemas.microsoft.com/office/drawing/2014/main" id="{BD7CFFC7-307B-4969-941A-9F532D12169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728075" y="3438525"/>
              <a:ext cx="971550" cy="9715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6EC">
                <a:alpha val="70000"/>
              </a:srgbClr>
            </a:soli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</p:sp>
        <p:sp>
          <p:nvSpPr>
            <p:cNvPr id="39" name="C04-1--node-face--39">
              <a:extLst xmlns:a="http://schemas.openxmlformats.org/drawingml/2006/main">
                <a:ext uri="{FF2B5EF4-FFF2-40B4-BE49-F238E27FC236}">
                  <a16:creationId xmlns:a16="http://schemas.microsoft.com/office/drawing/2014/main" id="{1E6216CA-D491-4FB6-9873-9D9C0624E7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823325" y="3533775"/>
              <a:ext cx="781050" cy="781050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333333"/>
                </a:gs>
                <a:gs pos="55000">
                  <a:srgbClr val="131313"/>
                </a:gs>
                <a:gs pos="100000">
                  <a:srgbClr val="050505"/>
                </a:gs>
              </a:gsLst>
              <a:lin ang="3300000"/>
            </a:gradFill>
            <a:ln xmlns:a="http://schemas.openxmlformats.org/drawingml/2006/main" w="9525">
              <a:solidFill>
                <a:srgbClr val="FFFFFF">
                  <a:alpha val="70000"/>
                </a:srgbClr>
              </a:solidFill>
              <a:prstDash val="solid"/>
            </a:ln>
          </p:spPr>
        </p:sp>
        <p:sp>
          <p:nvSpPr>
            <p:cNvPr id="40" name="C04-1--check-ring--40">
              <a:extLst xmlns:a="http://schemas.openxmlformats.org/drawingml/2006/main">
                <a:ext uri="{FF2B5EF4-FFF2-40B4-BE49-F238E27FC236}">
                  <a16:creationId xmlns:a16="http://schemas.microsoft.com/office/drawing/2014/main" id="{AA744F01-5761-41A5-B850-1DA91478D6B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015413" y="3725863"/>
              <a:ext cx="396875" cy="396875"/>
            </a:xfrm>
            <a:prstGeom xmlns:a="http://schemas.openxmlformats.org/drawingml/2006/main" prst="ellipse">
              <a:avLst/>
            </a:prstGeom>
            <a:noFill xmlns:a="http://schemas.openxmlformats.org/drawingml/2006/main"/>
            <a:ln xmlns:a="http://schemas.openxmlformats.org/drawingml/2006/main" w="23813">
              <a:solidFill>
                <a:srgbClr val="FFFFFF"/>
              </a:solidFill>
              <a:prstDash val="solid"/>
            </a:ln>
          </p:spPr>
        </p:sp>
        <p:sp>
          <p:nvSpPr>
            <p:cNvPr id="41" name="C04-1--icon-line--41">
              <a:extLst xmlns:a="http://schemas.openxmlformats.org/drawingml/2006/main">
                <a:ext uri="{FF2B5EF4-FFF2-40B4-BE49-F238E27FC236}">
                  <a16:creationId xmlns:a16="http://schemas.microsoft.com/office/drawing/2014/main" id="{3C5C5696-5140-4278-92FB-860A356B597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9104709" y="3924300"/>
              <a:ext cx="79375" cy="793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3813">
              <a:solidFill>
                <a:srgbClr val="FFFFFF"/>
              </a:solidFill>
              <a:prstDash val="solid"/>
            </a:ln>
          </p:spPr>
        </p:sp>
        <p:sp>
          <p:nvSpPr>
            <p:cNvPr id="42" name="C04-1--icon-line--42">
              <a:extLst xmlns:a="http://schemas.openxmlformats.org/drawingml/2006/main">
                <a:ext uri="{FF2B5EF4-FFF2-40B4-BE49-F238E27FC236}">
                  <a16:creationId xmlns:a16="http://schemas.microsoft.com/office/drawing/2014/main" id="{DA688381-E565-4000-B8C3-8C42B82BEB5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1">
              <a:off x="9184084" y="3844925"/>
              <a:ext cx="148828" cy="15875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3813">
              <a:solidFill>
                <a:srgbClr val="FFFFFF"/>
              </a:solidFill>
              <a:prstDash val="solid"/>
            </a:ln>
          </p:spPr>
        </p:sp>
        <p:sp>
          <p:nvSpPr>
            <p:cNvPr id="43" name="C04-1--pin-stem--43">
              <a:extLst xmlns:a="http://schemas.openxmlformats.org/drawingml/2006/main">
                <a:ext uri="{FF2B5EF4-FFF2-40B4-BE49-F238E27FC236}">
                  <a16:creationId xmlns:a16="http://schemas.microsoft.com/office/drawing/2014/main" id="{E20B11F4-A0B7-488C-9D5A-52A61065400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9213850" y="4343400"/>
              <a:ext cx="0" cy="3333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131313"/>
              </a:solidFill>
              <a:prstDash val="solid"/>
            </a:ln>
          </p:spPr>
        </p:sp>
        <p:sp>
          <p:nvSpPr>
            <p:cNvPr id="44" name="C04-1--pin-base--44">
              <a:extLst xmlns:a="http://schemas.openxmlformats.org/drawingml/2006/main">
                <a:ext uri="{FF2B5EF4-FFF2-40B4-BE49-F238E27FC236}">
                  <a16:creationId xmlns:a16="http://schemas.microsoft.com/office/drawing/2014/main" id="{31E968A6-9C19-4817-B87E-CCFDBA48B8D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994775" y="4619625"/>
              <a:ext cx="43815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6EC"/>
            </a:solidFill>
            <a:ln xmlns:a="http://schemas.openxmlformats.org/drawingml/2006/main" w="14288">
              <a:solidFill>
                <a:srgbClr val="FF7800">
                  <a:alpha val="45000"/>
                </a:srgbClr>
              </a:solidFill>
              <a:prstDash val="solid"/>
            </a:ln>
          </p:spPr>
        </p:sp>
        <p:sp>
          <p:nvSpPr>
            <p:cNvPr id="45" name="C04-1--pin-center--45">
              <a:extLst xmlns:a="http://schemas.openxmlformats.org/drawingml/2006/main">
                <a:ext uri="{FF2B5EF4-FFF2-40B4-BE49-F238E27FC236}">
                  <a16:creationId xmlns:a16="http://schemas.microsoft.com/office/drawing/2014/main" id="{1BC45C32-C654-4315-A2E2-91DA9BA6C1F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147175" y="4648200"/>
              <a:ext cx="133350" cy="571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3D12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46" name="C04-1--node-label--46">
              <a:extLst xmlns:a="http://schemas.openxmlformats.org/drawingml/2006/main">
                <a:ext uri="{FF2B5EF4-FFF2-40B4-BE49-F238E27FC236}">
                  <a16:creationId xmlns:a16="http://schemas.microsoft.com/office/drawing/2014/main" id="{F419744D-D078-4C04-95CA-AC88450BB89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010525" y="4933950"/>
              <a:ext cx="2406650" cy="609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验证</a:t>
              </a:r>
            </a:p>
          </p:txBody>
        </p:sp>
        <p:sp>
          <p:nvSpPr>
            <p:cNvPr id="47" name="C04-1--node-halo--47">
              <a:extLst xmlns:a="http://schemas.openxmlformats.org/drawingml/2006/main">
                <a:ext uri="{FF2B5EF4-FFF2-40B4-BE49-F238E27FC236}">
                  <a16:creationId xmlns:a16="http://schemas.microsoft.com/office/drawing/2014/main" id="{BB9347A7-36E8-4EEF-B552-954DC455C61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229975" y="3438525"/>
              <a:ext cx="971550" cy="9715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6EC">
                <a:alpha val="70000"/>
              </a:srgbClr>
            </a:soli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</p:sp>
        <p:sp>
          <p:nvSpPr>
            <p:cNvPr id="48" name="C04-1--node-face--48">
              <a:extLst xmlns:a="http://schemas.openxmlformats.org/drawingml/2006/main">
                <a:ext uri="{FF2B5EF4-FFF2-40B4-BE49-F238E27FC236}">
                  <a16:creationId xmlns:a16="http://schemas.microsoft.com/office/drawing/2014/main" id="{0BEDDF6D-AD5E-473C-9D6D-3E39E0247A7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325225" y="3533775"/>
              <a:ext cx="781050" cy="781050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333333"/>
                </a:gs>
                <a:gs pos="55000">
                  <a:srgbClr val="131313"/>
                </a:gs>
                <a:gs pos="100000">
                  <a:srgbClr val="050505"/>
                </a:gs>
              </a:gsLst>
              <a:lin ang="3300000"/>
            </a:gradFill>
            <a:ln xmlns:a="http://schemas.openxmlformats.org/drawingml/2006/main" w="9525">
              <a:solidFill>
                <a:srgbClr val="FFFFFF">
                  <a:alpha val="70000"/>
                </a:srgbClr>
              </a:solidFill>
              <a:prstDash val="solid"/>
            </a:ln>
          </p:spPr>
        </p:sp>
        <p:sp>
          <p:nvSpPr>
            <p:cNvPr id="49" name="C04-1--layer--49">
              <a:extLst xmlns:a="http://schemas.openxmlformats.org/drawingml/2006/main">
                <a:ext uri="{FF2B5EF4-FFF2-40B4-BE49-F238E27FC236}">
                  <a16:creationId xmlns:a16="http://schemas.microsoft.com/office/drawing/2014/main" id="{23391869-548E-4CC5-992D-7373F5311C3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517313" y="3755628"/>
              <a:ext cx="396875" cy="128984"/>
            </a:xfrm>
            <a:custGeom xmlns:a="http://schemas.openxmlformats.org/drawingml/2006/main">
              <a:pathLst>
                <a:path w="396875" h="128984">
                  <a:moveTo>
                    <a:pt x="0" y="59531"/>
                  </a:moveTo>
                  <a:lnTo>
                    <a:pt x="198438" y="0"/>
                  </a:lnTo>
                  <a:lnTo>
                    <a:pt x="396875" y="59531"/>
                  </a:lnTo>
                  <a:lnTo>
                    <a:pt x="198438" y="128984"/>
                  </a:lnTo>
                  <a:close/>
                </a:path>
              </a:pathLst>
            </a:custGeom>
            <a:noFill xmlns:a="http://schemas.openxmlformats.org/drawingml/2006/main"/>
            <a:ln xmlns:a="http://schemas.openxmlformats.org/drawingml/2006/main" w="19844">
              <a:solidFill>
                <a:srgbClr val="FFFFFF"/>
              </a:solidFill>
              <a:prstDash val="solid"/>
            </a:ln>
          </p:spPr>
        </p:sp>
        <p:sp>
          <p:nvSpPr>
            <p:cNvPr id="50" name="C04-1--layer--50">
              <a:extLst xmlns:a="http://schemas.openxmlformats.org/drawingml/2006/main">
                <a:ext uri="{FF2B5EF4-FFF2-40B4-BE49-F238E27FC236}">
                  <a16:creationId xmlns:a16="http://schemas.microsoft.com/office/drawing/2014/main" id="{FB1FE96D-4D4D-46D7-8B95-E933C677794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517313" y="3864769"/>
              <a:ext cx="396875" cy="128984"/>
            </a:xfrm>
            <a:custGeom xmlns:a="http://schemas.openxmlformats.org/drawingml/2006/main">
              <a:pathLst>
                <a:path w="396875" h="128984">
                  <a:moveTo>
                    <a:pt x="0" y="59531"/>
                  </a:moveTo>
                  <a:lnTo>
                    <a:pt x="198438" y="0"/>
                  </a:lnTo>
                  <a:lnTo>
                    <a:pt x="396875" y="59531"/>
                  </a:lnTo>
                  <a:lnTo>
                    <a:pt x="198438" y="128984"/>
                  </a:lnTo>
                  <a:close/>
                </a:path>
              </a:pathLst>
            </a:custGeom>
            <a:noFill xmlns:a="http://schemas.openxmlformats.org/drawingml/2006/main"/>
            <a:ln xmlns:a="http://schemas.openxmlformats.org/drawingml/2006/main" w="19844">
              <a:solidFill>
                <a:srgbClr val="FFFFFF"/>
              </a:solidFill>
              <a:prstDash val="solid"/>
            </a:ln>
          </p:spPr>
        </p:sp>
        <p:sp>
          <p:nvSpPr>
            <p:cNvPr id="51" name="C04-1--layer--51">
              <a:extLst xmlns:a="http://schemas.openxmlformats.org/drawingml/2006/main">
                <a:ext uri="{FF2B5EF4-FFF2-40B4-BE49-F238E27FC236}">
                  <a16:creationId xmlns:a16="http://schemas.microsoft.com/office/drawing/2014/main" id="{746B0915-A12C-4F08-AF73-646E600E025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517313" y="3973909"/>
              <a:ext cx="396875" cy="128984"/>
            </a:xfrm>
            <a:custGeom xmlns:a="http://schemas.openxmlformats.org/drawingml/2006/main">
              <a:pathLst>
                <a:path w="396875" h="128984">
                  <a:moveTo>
                    <a:pt x="0" y="59531"/>
                  </a:moveTo>
                  <a:lnTo>
                    <a:pt x="198438" y="0"/>
                  </a:lnTo>
                  <a:lnTo>
                    <a:pt x="396875" y="59531"/>
                  </a:lnTo>
                  <a:lnTo>
                    <a:pt x="198438" y="128984"/>
                  </a:lnTo>
                  <a:close/>
                </a:path>
              </a:pathLst>
            </a:custGeom>
            <a:noFill xmlns:a="http://schemas.openxmlformats.org/drawingml/2006/main"/>
            <a:ln xmlns:a="http://schemas.openxmlformats.org/drawingml/2006/main" w="19844">
              <a:solidFill>
                <a:srgbClr val="FFFFFF"/>
              </a:solidFill>
              <a:prstDash val="solid"/>
            </a:ln>
          </p:spPr>
        </p:sp>
        <p:sp>
          <p:nvSpPr>
            <p:cNvPr id="52" name="C04-1--pin-stem--52">
              <a:extLst xmlns:a="http://schemas.openxmlformats.org/drawingml/2006/main">
                <a:ext uri="{FF2B5EF4-FFF2-40B4-BE49-F238E27FC236}">
                  <a16:creationId xmlns:a16="http://schemas.microsoft.com/office/drawing/2014/main" id="{07B1AB7E-18AA-4283-8375-994F18342E4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11715750" y="4343400"/>
              <a:ext cx="0" cy="3333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131313"/>
              </a:solidFill>
              <a:prstDash val="solid"/>
            </a:ln>
          </p:spPr>
        </p:sp>
        <p:sp>
          <p:nvSpPr>
            <p:cNvPr id="53" name="C04-1--pin-base--53">
              <a:extLst xmlns:a="http://schemas.openxmlformats.org/drawingml/2006/main">
                <a:ext uri="{FF2B5EF4-FFF2-40B4-BE49-F238E27FC236}">
                  <a16:creationId xmlns:a16="http://schemas.microsoft.com/office/drawing/2014/main" id="{F6851010-8F79-45C9-8A48-AB8B5F2C2C8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496675" y="4619625"/>
              <a:ext cx="43815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6EC"/>
            </a:solidFill>
            <a:ln xmlns:a="http://schemas.openxmlformats.org/drawingml/2006/main" w="14288">
              <a:solidFill>
                <a:srgbClr val="FF7800">
                  <a:alpha val="45000"/>
                </a:srgbClr>
              </a:solidFill>
              <a:prstDash val="solid"/>
            </a:ln>
          </p:spPr>
        </p:sp>
        <p:sp>
          <p:nvSpPr>
            <p:cNvPr id="54" name="C04-1--pin-center--54">
              <a:extLst xmlns:a="http://schemas.openxmlformats.org/drawingml/2006/main">
                <a:ext uri="{FF2B5EF4-FFF2-40B4-BE49-F238E27FC236}">
                  <a16:creationId xmlns:a16="http://schemas.microsoft.com/office/drawing/2014/main" id="{DEA23E78-0488-4D95-B2FB-73D0E5C472A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649075" y="4648200"/>
              <a:ext cx="133350" cy="571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3D12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55" name="C04-1--node-label--55">
              <a:extLst xmlns:a="http://schemas.openxmlformats.org/drawingml/2006/main">
                <a:ext uri="{FF2B5EF4-FFF2-40B4-BE49-F238E27FC236}">
                  <a16:creationId xmlns:a16="http://schemas.microsoft.com/office/drawing/2014/main" id="{A991D4B9-F110-4275-B492-E27F1CDF936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512425" y="4933950"/>
              <a:ext cx="2406650" cy="609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层级</a:t>
              </a:r>
            </a:p>
          </p:txBody>
        </p:sp>
        <p:sp>
          <p:nvSpPr>
            <p:cNvPr id="56" name="C04-1--node-halo--56">
              <a:extLst xmlns:a="http://schemas.openxmlformats.org/drawingml/2006/main">
                <a:ext uri="{FF2B5EF4-FFF2-40B4-BE49-F238E27FC236}">
                  <a16:creationId xmlns:a16="http://schemas.microsoft.com/office/drawing/2014/main" id="{0D837F5C-55BD-4FB4-AACF-2ED1FA368E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731875" y="3438525"/>
              <a:ext cx="971550" cy="9715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6EC">
                <a:alpha val="70000"/>
              </a:srgbClr>
            </a:soli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</p:sp>
        <p:sp>
          <p:nvSpPr>
            <p:cNvPr id="57" name="C04-1--node-face--57">
              <a:extLst xmlns:a="http://schemas.openxmlformats.org/drawingml/2006/main">
                <a:ext uri="{FF2B5EF4-FFF2-40B4-BE49-F238E27FC236}">
                  <a16:creationId xmlns:a16="http://schemas.microsoft.com/office/drawing/2014/main" id="{E1CE3D95-9005-41EB-9DEB-6132D1DF1ED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827125" y="3533775"/>
              <a:ext cx="781050" cy="781050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333333"/>
                </a:gs>
                <a:gs pos="55000">
                  <a:srgbClr val="131313"/>
                </a:gs>
                <a:gs pos="100000">
                  <a:srgbClr val="050505"/>
                </a:gs>
              </a:gsLst>
              <a:lin ang="3300000"/>
            </a:gradFill>
            <a:ln xmlns:a="http://schemas.openxmlformats.org/drawingml/2006/main" w="9525">
              <a:solidFill>
                <a:srgbClr val="FFFFFF">
                  <a:alpha val="70000"/>
                </a:srgbClr>
              </a:solidFill>
              <a:prstDash val="solid"/>
            </a:ln>
          </p:spPr>
        </p:sp>
        <p:sp>
          <p:nvSpPr>
            <p:cNvPr id="58" name="C04-1--icon-line--58">
              <a:extLst xmlns:a="http://schemas.openxmlformats.org/drawingml/2006/main">
                <a:ext uri="{FF2B5EF4-FFF2-40B4-BE49-F238E27FC236}">
                  <a16:creationId xmlns:a16="http://schemas.microsoft.com/office/drawing/2014/main" id="{FAEE7C0B-38DC-4D4B-81C8-2E8B172EB3A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1" flipV="0">
              <a:off x="14039056" y="3805238"/>
              <a:ext cx="109141" cy="11906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3813">
              <a:solidFill>
                <a:srgbClr val="FFFFFF"/>
              </a:solidFill>
              <a:prstDash val="solid"/>
            </a:ln>
          </p:spPr>
        </p:sp>
        <p:sp>
          <p:nvSpPr>
            <p:cNvPr id="59" name="C04-1--icon-line--59">
              <a:extLst xmlns:a="http://schemas.openxmlformats.org/drawingml/2006/main">
                <a:ext uri="{FF2B5EF4-FFF2-40B4-BE49-F238E27FC236}">
                  <a16:creationId xmlns:a16="http://schemas.microsoft.com/office/drawing/2014/main" id="{75908E8A-2CEE-492A-B7F1-B804C6E931C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14039056" y="3924300"/>
              <a:ext cx="109141" cy="11906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3813">
              <a:solidFill>
                <a:srgbClr val="FFFFFF"/>
              </a:solidFill>
              <a:prstDash val="solid"/>
            </a:ln>
          </p:spPr>
        </p:sp>
        <p:sp>
          <p:nvSpPr>
            <p:cNvPr id="60" name="C04-1--icon-line--60">
              <a:extLst xmlns:a="http://schemas.openxmlformats.org/drawingml/2006/main">
                <a:ext uri="{FF2B5EF4-FFF2-40B4-BE49-F238E27FC236}">
                  <a16:creationId xmlns:a16="http://schemas.microsoft.com/office/drawing/2014/main" id="{88CCD16E-5668-4F4E-BAEA-8A82132734F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14287103" y="3805238"/>
              <a:ext cx="109141" cy="11906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3813">
              <a:solidFill>
                <a:srgbClr val="FFFFFF"/>
              </a:solidFill>
              <a:prstDash val="solid"/>
            </a:ln>
          </p:spPr>
        </p:sp>
        <p:sp>
          <p:nvSpPr>
            <p:cNvPr id="61" name="C04-1--icon-line--61">
              <a:extLst xmlns:a="http://schemas.openxmlformats.org/drawingml/2006/main">
                <a:ext uri="{FF2B5EF4-FFF2-40B4-BE49-F238E27FC236}">
                  <a16:creationId xmlns:a16="http://schemas.microsoft.com/office/drawing/2014/main" id="{DD5185AB-C896-4717-A50C-5641CA18C79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1" flipV="0">
              <a:off x="14287103" y="3924300"/>
              <a:ext cx="109141" cy="11906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3813">
              <a:solidFill>
                <a:srgbClr val="FFFFFF"/>
              </a:solidFill>
              <a:prstDash val="solid"/>
            </a:ln>
          </p:spPr>
        </p:sp>
        <p:sp>
          <p:nvSpPr>
            <p:cNvPr id="62" name="C04-1--icon-line--62">
              <a:extLst xmlns:a="http://schemas.openxmlformats.org/drawingml/2006/main">
                <a:ext uri="{FF2B5EF4-FFF2-40B4-BE49-F238E27FC236}">
                  <a16:creationId xmlns:a16="http://schemas.microsoft.com/office/drawing/2014/main" id="{97E9F60B-09B7-4F8C-BC8A-E318C0B88C4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1" flipV="0">
              <a:off x="14187884" y="3755628"/>
              <a:ext cx="59531" cy="337344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3813">
              <a:solidFill>
                <a:srgbClr val="FFFFFF"/>
              </a:solidFill>
              <a:prstDash val="solid"/>
            </a:ln>
          </p:spPr>
        </p:sp>
        <p:sp>
          <p:nvSpPr>
            <p:cNvPr id="63" name="C04-1--pin-stem--63">
              <a:extLst xmlns:a="http://schemas.openxmlformats.org/drawingml/2006/main">
                <a:ext uri="{FF2B5EF4-FFF2-40B4-BE49-F238E27FC236}">
                  <a16:creationId xmlns:a16="http://schemas.microsoft.com/office/drawing/2014/main" id="{C9781581-FA03-4961-BEE6-CAF5164C0F4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14217650" y="4343400"/>
              <a:ext cx="0" cy="3333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131313"/>
              </a:solidFill>
              <a:prstDash val="solid"/>
            </a:ln>
          </p:spPr>
        </p:sp>
        <p:sp>
          <p:nvSpPr>
            <p:cNvPr id="64" name="C04-1--pin-base--64">
              <a:extLst xmlns:a="http://schemas.openxmlformats.org/drawingml/2006/main">
                <a:ext uri="{FF2B5EF4-FFF2-40B4-BE49-F238E27FC236}">
                  <a16:creationId xmlns:a16="http://schemas.microsoft.com/office/drawing/2014/main" id="{64115C54-28E0-4F94-A000-4AFFB3B2804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998575" y="4619625"/>
              <a:ext cx="43815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6EC"/>
            </a:solidFill>
            <a:ln xmlns:a="http://schemas.openxmlformats.org/drawingml/2006/main" w="14288">
              <a:solidFill>
                <a:srgbClr val="FF7800">
                  <a:alpha val="45000"/>
                </a:srgbClr>
              </a:solidFill>
              <a:prstDash val="solid"/>
            </a:ln>
          </p:spPr>
        </p:sp>
        <p:sp>
          <p:nvSpPr>
            <p:cNvPr id="65" name="C04-1--pin-center--65">
              <a:extLst xmlns:a="http://schemas.openxmlformats.org/drawingml/2006/main">
                <a:ext uri="{FF2B5EF4-FFF2-40B4-BE49-F238E27FC236}">
                  <a16:creationId xmlns:a16="http://schemas.microsoft.com/office/drawing/2014/main" id="{52A3367C-CA6B-49E2-9FAD-D4F800581DC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150975" y="4648200"/>
              <a:ext cx="133350" cy="571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3D12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66" name="C04-1--node-label--66">
              <a:extLst xmlns:a="http://schemas.openxmlformats.org/drawingml/2006/main">
                <a:ext uri="{FF2B5EF4-FFF2-40B4-BE49-F238E27FC236}">
                  <a16:creationId xmlns:a16="http://schemas.microsoft.com/office/drawing/2014/main" id="{FD8D32A0-9883-4EEC-A0F9-A2BC6220D7B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14325" y="4933950"/>
              <a:ext cx="2406650" cy="609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研发</a:t>
              </a:r>
            </a:p>
          </p:txBody>
        </p:sp>
      </p:grpSp>
      <p:grpSp>
        <p:nvGrpSpPr>
          <p:cNvPr id="105" name="C04-2"/>
          <p:cNvGrpSpPr/>
          <p:nvPr/>
        </p:nvGrpSpPr>
        <p:grpSpPr>
          <a:xfrm xmlns:a="http://schemas.openxmlformats.org/drawingml/2006/main">
            <a:off x="457200" y="6105525"/>
            <a:ext cx="15011400" cy="1895475"/>
            <a:chOff x="457200" y="6105525"/>
            <a:chExt cx="15011400" cy="1895475"/>
          </a:xfrm>
        </p:grpSpPr>
        <p:sp>
          <p:nvSpPr>
            <p:cNvPr id="67" name="C04-2--node-ring--67">
              <a:extLst xmlns:a="http://schemas.openxmlformats.org/drawingml/2006/main">
                <a:ext uri="{FF2B5EF4-FFF2-40B4-BE49-F238E27FC236}">
                  <a16:creationId xmlns:a16="http://schemas.microsoft.com/office/drawing/2014/main" id="{84DD55CC-BA58-4213-9099-1DC0B45CAEA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50950" y="6200775"/>
              <a:ext cx="914400" cy="914400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14288">
              <a:solidFill>
                <a:srgbClr val="FF3D12">
                  <a:alpha val="25000"/>
                </a:srgbClr>
              </a:solidFill>
              <a:prstDash val="solid"/>
            </a:ln>
          </p:spPr>
        </p:sp>
        <p:sp>
          <p:nvSpPr>
            <p:cNvPr id="68" name="C04-2--target-outer--68">
              <a:extLst xmlns:a="http://schemas.openxmlformats.org/drawingml/2006/main">
                <a:ext uri="{FF2B5EF4-FFF2-40B4-BE49-F238E27FC236}">
                  <a16:creationId xmlns:a16="http://schemas.microsoft.com/office/drawing/2014/main" id="{C6F44ABF-F6E1-40B5-8990-6A8AEE37ACC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12094" y="6461919"/>
              <a:ext cx="392113" cy="392113"/>
            </a:xfrm>
            <a:prstGeom xmlns:a="http://schemas.openxmlformats.org/drawingml/2006/main" prst="ellips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FF3D12"/>
              </a:solidFill>
              <a:prstDash val="solid"/>
            </a:ln>
          </p:spPr>
        </p:sp>
        <p:sp>
          <p:nvSpPr>
            <p:cNvPr id="69" name="C04-2--target-inner--69">
              <a:extLst xmlns:a="http://schemas.openxmlformats.org/drawingml/2006/main">
                <a:ext uri="{FF2B5EF4-FFF2-40B4-BE49-F238E27FC236}">
                  <a16:creationId xmlns:a16="http://schemas.microsoft.com/office/drawing/2014/main" id="{AB4A8F67-2DB1-4AFB-88A5-CACB2ED5A43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04963" y="6554788"/>
              <a:ext cx="206375" cy="206375"/>
            </a:xfrm>
            <a:prstGeom xmlns:a="http://schemas.openxmlformats.org/drawingml/2006/main" prst="ellips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FF3D12"/>
              </a:solidFill>
              <a:prstDash val="solid"/>
            </a:ln>
          </p:spPr>
        </p:sp>
        <p:sp>
          <p:nvSpPr>
            <p:cNvPr id="70" name="C04-2--icon-line--70">
              <a:extLst xmlns:a="http://schemas.openxmlformats.org/drawingml/2006/main">
                <a:ext uri="{FF2B5EF4-FFF2-40B4-BE49-F238E27FC236}">
                  <a16:creationId xmlns:a16="http://schemas.microsoft.com/office/drawing/2014/main" id="{7DB110CD-14B1-46DD-87BA-326BD3ED9DD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1">
              <a:off x="1708150" y="6461919"/>
              <a:ext cx="196056" cy="19605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FF3D12"/>
              </a:solidFill>
              <a:prstDash val="solid"/>
            </a:ln>
          </p:spPr>
        </p:sp>
        <p:sp>
          <p:nvSpPr>
            <p:cNvPr id="71" name="C04-2--icon-line--71">
              <a:extLst xmlns:a="http://schemas.openxmlformats.org/drawingml/2006/main">
                <a:ext uri="{FF2B5EF4-FFF2-40B4-BE49-F238E27FC236}">
                  <a16:creationId xmlns:a16="http://schemas.microsoft.com/office/drawing/2014/main" id="{D39D25A6-F701-46A5-B1D3-B65DDACE3B8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1811338" y="6461919"/>
              <a:ext cx="92869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FF3D12"/>
              </a:solidFill>
              <a:prstDash val="solid"/>
            </a:ln>
          </p:spPr>
        </p:sp>
        <p:sp>
          <p:nvSpPr>
            <p:cNvPr id="72" name="C04-2--icon-line--72">
              <a:extLst xmlns:a="http://schemas.openxmlformats.org/drawingml/2006/main">
                <a:ext uri="{FF2B5EF4-FFF2-40B4-BE49-F238E27FC236}">
                  <a16:creationId xmlns:a16="http://schemas.microsoft.com/office/drawing/2014/main" id="{4EDDD7F5-5FB8-40F3-8332-23C693541E5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1904206" y="6461919"/>
              <a:ext cx="0" cy="9286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FF3D12"/>
              </a:solidFill>
              <a:prstDash val="solid"/>
            </a:ln>
          </p:spPr>
        </p:sp>
        <p:sp>
          <p:nvSpPr>
            <p:cNvPr id="73" name="C04-2--node-label--73">
              <a:extLst xmlns:a="http://schemas.openxmlformats.org/drawingml/2006/main">
                <a:ext uri="{FF2B5EF4-FFF2-40B4-BE49-F238E27FC236}">
                  <a16:creationId xmlns:a16="http://schemas.microsoft.com/office/drawing/2014/main" id="{59B8FD8B-4277-4B68-BFE6-FF1845610D1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4825" y="7362825"/>
              <a:ext cx="2406650" cy="590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目标</a:t>
              </a:r>
            </a:p>
          </p:txBody>
        </p:sp>
        <p:sp>
          <p:nvSpPr>
            <p:cNvPr id="74" name="C04-2--node-ring--74">
              <a:extLst xmlns:a="http://schemas.openxmlformats.org/drawingml/2006/main">
                <a:ext uri="{FF2B5EF4-FFF2-40B4-BE49-F238E27FC236}">
                  <a16:creationId xmlns:a16="http://schemas.microsoft.com/office/drawing/2014/main" id="{D3319FED-21F3-4A87-9FE5-FB82D538FEF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52850" y="6200775"/>
              <a:ext cx="914400" cy="914400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14288">
              <a:solidFill>
                <a:srgbClr val="FF3D12">
                  <a:alpha val="25000"/>
                </a:srgbClr>
              </a:solidFill>
              <a:prstDash val="solid"/>
            </a:ln>
          </p:spPr>
        </p:sp>
        <p:sp>
          <p:nvSpPr>
            <p:cNvPr id="75" name="C04-2--document--75">
              <a:extLst xmlns:a="http://schemas.openxmlformats.org/drawingml/2006/main">
                <a:ext uri="{FF2B5EF4-FFF2-40B4-BE49-F238E27FC236}">
                  <a16:creationId xmlns:a16="http://schemas.microsoft.com/office/drawing/2014/main" id="{50ABB80B-48D5-4B78-82FB-5A3BEECE258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65588" y="6451600"/>
              <a:ext cx="299244" cy="412750"/>
            </a:xfrm>
            <a:prstGeom xmlns:a="http://schemas.openxmlformats.org/drawingml/2006/main" prst="roundRect">
              <a:avLst>
                <a:gd name="adj" fmla="val 13793"/>
              </a:avLst>
            </a:prstGeom>
            <a:noFill xmlns:a="http://schemas.openxmlformats.org/drawingml/2006/main"/>
            <a:ln xmlns:a="http://schemas.openxmlformats.org/drawingml/2006/main" w="9525">
              <a:solidFill>
                <a:srgbClr val="FF3D12"/>
              </a:solidFill>
              <a:prstDash val="solid"/>
            </a:ln>
          </p:spPr>
        </p:sp>
        <p:sp>
          <p:nvSpPr>
            <p:cNvPr id="76" name="C04-2--icon-line--76">
              <a:extLst xmlns:a="http://schemas.openxmlformats.org/drawingml/2006/main">
                <a:ext uri="{FF2B5EF4-FFF2-40B4-BE49-F238E27FC236}">
                  <a16:creationId xmlns:a16="http://schemas.microsoft.com/office/drawing/2014/main" id="{D5319E97-6D3F-4BF1-9590-D4C4E29501D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4137819" y="6575425"/>
              <a:ext cx="144462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FF3D12"/>
              </a:solidFill>
              <a:prstDash val="solid"/>
            </a:ln>
          </p:spPr>
        </p:sp>
        <p:sp>
          <p:nvSpPr>
            <p:cNvPr id="77" name="C04-2--icon-line--77">
              <a:extLst xmlns:a="http://schemas.openxmlformats.org/drawingml/2006/main">
                <a:ext uri="{FF2B5EF4-FFF2-40B4-BE49-F238E27FC236}">
                  <a16:creationId xmlns:a16="http://schemas.microsoft.com/office/drawing/2014/main" id="{7848D161-5F54-412A-A59E-7EC579F2FA2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4137819" y="6657975"/>
              <a:ext cx="144462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FF3D12"/>
              </a:solidFill>
              <a:prstDash val="solid"/>
            </a:ln>
          </p:spPr>
        </p:sp>
        <p:sp>
          <p:nvSpPr>
            <p:cNvPr id="78" name="C04-2--icon-line--78">
              <a:extLst xmlns:a="http://schemas.openxmlformats.org/drawingml/2006/main">
                <a:ext uri="{FF2B5EF4-FFF2-40B4-BE49-F238E27FC236}">
                  <a16:creationId xmlns:a16="http://schemas.microsoft.com/office/drawing/2014/main" id="{3775516D-D017-4562-984D-13BEE2A3B41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4137819" y="6740525"/>
              <a:ext cx="103187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FF3D12"/>
              </a:solidFill>
              <a:prstDash val="solid"/>
            </a:ln>
          </p:spPr>
        </p:sp>
        <p:sp>
          <p:nvSpPr>
            <p:cNvPr id="79" name="C04-2--node-label--79">
              <a:extLst xmlns:a="http://schemas.openxmlformats.org/drawingml/2006/main">
                <a:ext uri="{FF2B5EF4-FFF2-40B4-BE49-F238E27FC236}">
                  <a16:creationId xmlns:a16="http://schemas.microsoft.com/office/drawing/2014/main" id="{299785A3-0DBE-429E-824F-FFCE1A63B3B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06725" y="7362825"/>
              <a:ext cx="2406650" cy="590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文档</a:t>
              </a:r>
            </a:p>
          </p:txBody>
        </p:sp>
        <p:sp>
          <p:nvSpPr>
            <p:cNvPr id="80" name="C04-2--node-ring--80">
              <a:extLst xmlns:a="http://schemas.openxmlformats.org/drawingml/2006/main">
                <a:ext uri="{FF2B5EF4-FFF2-40B4-BE49-F238E27FC236}">
                  <a16:creationId xmlns:a16="http://schemas.microsoft.com/office/drawing/2014/main" id="{CB915509-3BA7-4998-A93B-5C2ABFD8F24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54750" y="6200775"/>
              <a:ext cx="914400" cy="914400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14288">
              <a:solidFill>
                <a:srgbClr val="FF3D12">
                  <a:alpha val="25000"/>
                </a:srgbClr>
              </a:solidFill>
              <a:prstDash val="solid"/>
            </a:ln>
          </p:spPr>
        </p:sp>
        <p:sp>
          <p:nvSpPr>
            <p:cNvPr id="81" name="C04-2--person-head--81">
              <a:extLst xmlns:a="http://schemas.openxmlformats.org/drawingml/2006/main">
                <a:ext uri="{FF2B5EF4-FFF2-40B4-BE49-F238E27FC236}">
                  <a16:creationId xmlns:a16="http://schemas.microsoft.com/office/drawing/2014/main" id="{45209A55-98DA-4763-95B7-725D3DAEAA8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39719" y="6451600"/>
              <a:ext cx="154781" cy="154781"/>
            </a:xfrm>
            <a:prstGeom xmlns:a="http://schemas.openxmlformats.org/drawingml/2006/main" prst="ellipse">
              <a:avLst/>
            </a:prstGeom>
            <a:noFill xmlns:a="http://schemas.openxmlformats.org/drawingml/2006/main"/>
            <a:ln xmlns:a="http://schemas.openxmlformats.org/drawingml/2006/main" w="23733">
              <a:solidFill>
                <a:srgbClr val="FF3D12"/>
              </a:solidFill>
              <a:prstDash val="solid"/>
            </a:ln>
          </p:spPr>
        </p:sp>
        <p:sp>
          <p:nvSpPr>
            <p:cNvPr id="82" name="C04-2--person-body--82">
              <a:extLst xmlns:a="http://schemas.openxmlformats.org/drawingml/2006/main">
                <a:ext uri="{FF2B5EF4-FFF2-40B4-BE49-F238E27FC236}">
                  <a16:creationId xmlns:a16="http://schemas.microsoft.com/office/drawing/2014/main" id="{D21CA5A2-F536-4415-AECA-798A29C9A7B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536531" y="6647656"/>
              <a:ext cx="350837" cy="216694"/>
            </a:xfrm>
            <a:custGeom xmlns:a="http://schemas.openxmlformats.org/drawingml/2006/main">
              <a:pathLst>
                <a:path w="350837" h="216694">
                  <a:moveTo>
                    <a:pt x="0" y="206375"/>
                  </a:moveTo>
                  <a:cubicBezTo>
                    <a:pt x="0" y="-61912"/>
                    <a:pt x="350837" y="-61912"/>
                    <a:pt x="350837" y="206375"/>
                  </a:cubicBezTo>
                  <a:lnTo>
                    <a:pt x="0" y="2063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3733">
              <a:solidFill>
                <a:srgbClr val="FF3D12"/>
              </a:solidFill>
              <a:prstDash val="solid"/>
            </a:ln>
          </p:spPr>
        </p:sp>
        <p:sp>
          <p:nvSpPr>
            <p:cNvPr id="83" name="C04-2--node-label--83">
              <a:extLst xmlns:a="http://schemas.openxmlformats.org/drawingml/2006/main">
                <a:ext uri="{FF2B5EF4-FFF2-40B4-BE49-F238E27FC236}">
                  <a16:creationId xmlns:a16="http://schemas.microsoft.com/office/drawing/2014/main" id="{7BDBFBEF-5CA9-41D9-9AF0-0EA136449AD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08625" y="7362825"/>
              <a:ext cx="2406650" cy="590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角色</a:t>
              </a:r>
            </a:p>
          </p:txBody>
        </p:sp>
        <p:sp>
          <p:nvSpPr>
            <p:cNvPr id="84" name="C04-2--node-ring--84">
              <a:extLst xmlns:a="http://schemas.openxmlformats.org/drawingml/2006/main">
                <a:ext uri="{FF2B5EF4-FFF2-40B4-BE49-F238E27FC236}">
                  <a16:creationId xmlns:a16="http://schemas.microsoft.com/office/drawing/2014/main" id="{C6F10DD2-A4E8-41AD-8556-2FBF59C61D5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756650" y="6200775"/>
              <a:ext cx="914400" cy="914400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14288">
              <a:solidFill>
                <a:srgbClr val="FF3D12">
                  <a:alpha val="25000"/>
                </a:srgbClr>
              </a:solidFill>
              <a:prstDash val="solid"/>
            </a:ln>
          </p:spPr>
        </p:sp>
        <p:sp>
          <p:nvSpPr>
            <p:cNvPr id="85" name="C04-2--check-ring--85">
              <a:extLst xmlns:a="http://schemas.openxmlformats.org/drawingml/2006/main">
                <a:ext uri="{FF2B5EF4-FFF2-40B4-BE49-F238E27FC236}">
                  <a16:creationId xmlns:a16="http://schemas.microsoft.com/office/drawing/2014/main" id="{20A883D5-BB9E-43F2-BE8D-B22627C7BB2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007475" y="6451600"/>
              <a:ext cx="412750" cy="412750"/>
            </a:xfrm>
            <a:prstGeom xmlns:a="http://schemas.openxmlformats.org/drawingml/2006/main" prst="ellips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FF3D12"/>
              </a:solidFill>
              <a:prstDash val="solid"/>
            </a:ln>
          </p:spPr>
        </p:sp>
        <p:sp>
          <p:nvSpPr>
            <p:cNvPr id="86" name="C04-2--icon-line--86">
              <a:extLst xmlns:a="http://schemas.openxmlformats.org/drawingml/2006/main">
                <a:ext uri="{FF2B5EF4-FFF2-40B4-BE49-F238E27FC236}">
                  <a16:creationId xmlns:a16="http://schemas.microsoft.com/office/drawing/2014/main" id="{FCD95FA2-0587-4BCD-AA19-3AEB2F98A64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9100344" y="6657975"/>
              <a:ext cx="82550" cy="8255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FF3D12"/>
              </a:solidFill>
              <a:prstDash val="solid"/>
            </a:ln>
          </p:spPr>
        </p:sp>
        <p:sp>
          <p:nvSpPr>
            <p:cNvPr id="87" name="C04-2--icon-line--87">
              <a:extLst xmlns:a="http://schemas.openxmlformats.org/drawingml/2006/main">
                <a:ext uri="{FF2B5EF4-FFF2-40B4-BE49-F238E27FC236}">
                  <a16:creationId xmlns:a16="http://schemas.microsoft.com/office/drawing/2014/main" id="{39152649-63D0-4561-B5C0-628B897C3FB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1">
              <a:off x="9182894" y="6575425"/>
              <a:ext cx="154781" cy="1651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FF3D12"/>
              </a:solidFill>
              <a:prstDash val="solid"/>
            </a:ln>
          </p:spPr>
        </p:sp>
        <p:sp>
          <p:nvSpPr>
            <p:cNvPr id="88" name="C04-2--node-label--88">
              <a:extLst xmlns:a="http://schemas.openxmlformats.org/drawingml/2006/main">
                <a:ext uri="{FF2B5EF4-FFF2-40B4-BE49-F238E27FC236}">
                  <a16:creationId xmlns:a16="http://schemas.microsoft.com/office/drawing/2014/main" id="{A22610D3-CBA6-4A6D-941A-CBB006A050E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010525" y="7362825"/>
              <a:ext cx="2406650" cy="590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验证</a:t>
              </a:r>
            </a:p>
          </p:txBody>
        </p:sp>
        <p:sp>
          <p:nvSpPr>
            <p:cNvPr id="89" name="C04-2--node-ring--89">
              <a:extLst xmlns:a="http://schemas.openxmlformats.org/drawingml/2006/main">
                <a:ext uri="{FF2B5EF4-FFF2-40B4-BE49-F238E27FC236}">
                  <a16:creationId xmlns:a16="http://schemas.microsoft.com/office/drawing/2014/main" id="{C19F587B-AA5A-4479-B99F-697589BE0D6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258550" y="6200775"/>
              <a:ext cx="914400" cy="914400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14288">
              <a:solidFill>
                <a:srgbClr val="FF3D12">
                  <a:alpha val="25000"/>
                </a:srgbClr>
              </a:solidFill>
              <a:prstDash val="solid"/>
            </a:ln>
          </p:spPr>
        </p:sp>
        <p:sp>
          <p:nvSpPr>
            <p:cNvPr id="90" name="C04-2--layer--90">
              <a:extLst xmlns:a="http://schemas.openxmlformats.org/drawingml/2006/main">
                <a:ext uri="{FF2B5EF4-FFF2-40B4-BE49-F238E27FC236}">
                  <a16:creationId xmlns:a16="http://schemas.microsoft.com/office/drawing/2014/main" id="{04F451CC-BAB8-4BB0-B376-2635F4D8E45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509375" y="6482556"/>
              <a:ext cx="412750" cy="134144"/>
            </a:xfrm>
            <a:custGeom xmlns:a="http://schemas.openxmlformats.org/drawingml/2006/main">
              <a:pathLst>
                <a:path w="412750" h="134144">
                  <a:moveTo>
                    <a:pt x="0" y="61913"/>
                  </a:moveTo>
                  <a:lnTo>
                    <a:pt x="206375" y="0"/>
                  </a:lnTo>
                  <a:lnTo>
                    <a:pt x="412750" y="61913"/>
                  </a:lnTo>
                  <a:lnTo>
                    <a:pt x="206375" y="134144"/>
                  </a:lnTo>
                  <a:close/>
                </a:path>
              </a:pathLst>
            </a:custGeom>
            <a:noFill xmlns:a="http://schemas.openxmlformats.org/drawingml/2006/main"/>
            <a:ln xmlns:a="http://schemas.openxmlformats.org/drawingml/2006/main" w="20638">
              <a:solidFill>
                <a:srgbClr val="FF3D12"/>
              </a:solidFill>
              <a:prstDash val="solid"/>
            </a:ln>
          </p:spPr>
        </p:sp>
        <p:sp>
          <p:nvSpPr>
            <p:cNvPr id="91" name="C04-2--layer--91">
              <a:extLst xmlns:a="http://schemas.openxmlformats.org/drawingml/2006/main">
                <a:ext uri="{FF2B5EF4-FFF2-40B4-BE49-F238E27FC236}">
                  <a16:creationId xmlns:a16="http://schemas.microsoft.com/office/drawing/2014/main" id="{E414B9B7-CA9D-4936-9CAA-FE4D2EAB508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509375" y="6596063"/>
              <a:ext cx="412750" cy="134144"/>
            </a:xfrm>
            <a:custGeom xmlns:a="http://schemas.openxmlformats.org/drawingml/2006/main">
              <a:pathLst>
                <a:path w="412750" h="134144">
                  <a:moveTo>
                    <a:pt x="0" y="61913"/>
                  </a:moveTo>
                  <a:lnTo>
                    <a:pt x="206375" y="0"/>
                  </a:lnTo>
                  <a:lnTo>
                    <a:pt x="412750" y="61913"/>
                  </a:lnTo>
                  <a:lnTo>
                    <a:pt x="206375" y="134144"/>
                  </a:lnTo>
                  <a:close/>
                </a:path>
              </a:pathLst>
            </a:custGeom>
            <a:noFill xmlns:a="http://schemas.openxmlformats.org/drawingml/2006/main"/>
            <a:ln xmlns:a="http://schemas.openxmlformats.org/drawingml/2006/main" w="20638">
              <a:solidFill>
                <a:srgbClr val="FF3D12"/>
              </a:solidFill>
              <a:prstDash val="solid"/>
            </a:ln>
          </p:spPr>
        </p:sp>
        <p:sp>
          <p:nvSpPr>
            <p:cNvPr id="92" name="C04-2--layer--92">
              <a:extLst xmlns:a="http://schemas.openxmlformats.org/drawingml/2006/main">
                <a:ext uri="{FF2B5EF4-FFF2-40B4-BE49-F238E27FC236}">
                  <a16:creationId xmlns:a16="http://schemas.microsoft.com/office/drawing/2014/main" id="{D54F4C93-ED3C-4B81-8E34-1238E592BEE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509375" y="6709569"/>
              <a:ext cx="412750" cy="134144"/>
            </a:xfrm>
            <a:custGeom xmlns:a="http://schemas.openxmlformats.org/drawingml/2006/main">
              <a:pathLst>
                <a:path w="412750" h="134144">
                  <a:moveTo>
                    <a:pt x="0" y="61913"/>
                  </a:moveTo>
                  <a:lnTo>
                    <a:pt x="206375" y="0"/>
                  </a:lnTo>
                  <a:lnTo>
                    <a:pt x="412750" y="61913"/>
                  </a:lnTo>
                  <a:lnTo>
                    <a:pt x="206375" y="134144"/>
                  </a:lnTo>
                  <a:close/>
                </a:path>
              </a:pathLst>
            </a:custGeom>
            <a:noFill xmlns:a="http://schemas.openxmlformats.org/drawingml/2006/main"/>
            <a:ln xmlns:a="http://schemas.openxmlformats.org/drawingml/2006/main" w="20638">
              <a:solidFill>
                <a:srgbClr val="FF3D12"/>
              </a:solidFill>
              <a:prstDash val="solid"/>
            </a:ln>
          </p:spPr>
        </p:sp>
        <p:sp>
          <p:nvSpPr>
            <p:cNvPr id="93" name="C04-2--node-label--93">
              <a:extLst xmlns:a="http://schemas.openxmlformats.org/drawingml/2006/main">
                <a:ext uri="{FF2B5EF4-FFF2-40B4-BE49-F238E27FC236}">
                  <a16:creationId xmlns:a16="http://schemas.microsoft.com/office/drawing/2014/main" id="{2583C48C-05D0-4C9B-A6EB-695C87B7EDD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512425" y="7362825"/>
              <a:ext cx="2406650" cy="590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层级</a:t>
              </a:r>
            </a:p>
          </p:txBody>
        </p:sp>
        <p:sp>
          <p:nvSpPr>
            <p:cNvPr id="94" name="C04-2--node-ring--94">
              <a:extLst xmlns:a="http://schemas.openxmlformats.org/drawingml/2006/main">
                <a:ext uri="{FF2B5EF4-FFF2-40B4-BE49-F238E27FC236}">
                  <a16:creationId xmlns:a16="http://schemas.microsoft.com/office/drawing/2014/main" id="{3EE63EA1-53E6-4C5D-A96A-E5ED804ECFB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760450" y="6200775"/>
              <a:ext cx="914400" cy="914400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14288">
              <a:solidFill>
                <a:srgbClr val="FF3D12">
                  <a:alpha val="25000"/>
                </a:srgbClr>
              </a:solidFill>
              <a:prstDash val="solid"/>
            </a:ln>
          </p:spPr>
        </p:sp>
        <p:sp>
          <p:nvSpPr>
            <p:cNvPr id="95" name="C04-2--icon-line--95">
              <a:extLst xmlns:a="http://schemas.openxmlformats.org/drawingml/2006/main">
                <a:ext uri="{FF2B5EF4-FFF2-40B4-BE49-F238E27FC236}">
                  <a16:creationId xmlns:a16="http://schemas.microsoft.com/office/drawing/2014/main" id="{9E92DABE-436B-48F6-B46F-D28F2B1C3A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1" flipV="0">
              <a:off x="14031913" y="6534150"/>
              <a:ext cx="113506" cy="1238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FF3D12"/>
              </a:solidFill>
              <a:prstDash val="solid"/>
            </a:ln>
          </p:spPr>
        </p:sp>
        <p:sp>
          <p:nvSpPr>
            <p:cNvPr id="96" name="C04-2--icon-line--96">
              <a:extLst xmlns:a="http://schemas.openxmlformats.org/drawingml/2006/main">
                <a:ext uri="{FF2B5EF4-FFF2-40B4-BE49-F238E27FC236}">
                  <a16:creationId xmlns:a16="http://schemas.microsoft.com/office/drawing/2014/main" id="{D0E61048-5472-44F3-868B-EF6BF131CF8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14031913" y="6657975"/>
              <a:ext cx="113506" cy="1238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FF3D12"/>
              </a:solidFill>
              <a:prstDash val="solid"/>
            </a:ln>
          </p:spPr>
        </p:sp>
        <p:sp>
          <p:nvSpPr>
            <p:cNvPr id="97" name="C04-2--icon-line--97">
              <a:extLst xmlns:a="http://schemas.openxmlformats.org/drawingml/2006/main">
                <a:ext uri="{FF2B5EF4-FFF2-40B4-BE49-F238E27FC236}">
                  <a16:creationId xmlns:a16="http://schemas.microsoft.com/office/drawing/2014/main" id="{7EA3AF8D-3272-4B4E-800D-DA6EB3062F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14289881" y="6534150"/>
              <a:ext cx="113506" cy="1238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FF3D12"/>
              </a:solidFill>
              <a:prstDash val="solid"/>
            </a:ln>
          </p:spPr>
        </p:sp>
        <p:sp>
          <p:nvSpPr>
            <p:cNvPr id="98" name="C04-2--icon-line--98">
              <a:extLst xmlns:a="http://schemas.openxmlformats.org/drawingml/2006/main">
                <a:ext uri="{FF2B5EF4-FFF2-40B4-BE49-F238E27FC236}">
                  <a16:creationId xmlns:a16="http://schemas.microsoft.com/office/drawing/2014/main" id="{02BC5162-32F2-4430-B865-33F4FFF25E2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1" flipV="0">
              <a:off x="14289881" y="6657975"/>
              <a:ext cx="113506" cy="1238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FF3D12"/>
              </a:solidFill>
              <a:prstDash val="solid"/>
            </a:ln>
          </p:spPr>
        </p:sp>
        <p:sp>
          <p:nvSpPr>
            <p:cNvPr id="99" name="C04-2--icon-line--99">
              <a:extLst xmlns:a="http://schemas.openxmlformats.org/drawingml/2006/main">
                <a:ext uri="{FF2B5EF4-FFF2-40B4-BE49-F238E27FC236}">
                  <a16:creationId xmlns:a16="http://schemas.microsoft.com/office/drawing/2014/main" id="{F6C6B1B4-2722-4F11-81A7-BBCC547E6EF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1" flipV="0">
              <a:off x="14186694" y="6482556"/>
              <a:ext cx="61913" cy="35083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FF3D12"/>
              </a:solidFill>
              <a:prstDash val="solid"/>
            </a:ln>
          </p:spPr>
        </p:sp>
        <p:sp>
          <p:nvSpPr>
            <p:cNvPr id="100" name="C04-2--node-label--100">
              <a:extLst xmlns:a="http://schemas.openxmlformats.org/drawingml/2006/main">
                <a:ext uri="{FF2B5EF4-FFF2-40B4-BE49-F238E27FC236}">
                  <a16:creationId xmlns:a16="http://schemas.microsoft.com/office/drawing/2014/main" id="{1645920F-392A-4327-8786-8095AB238AE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14325" y="7362825"/>
              <a:ext cx="2406650" cy="590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研发</a:t>
              </a:r>
            </a:p>
          </p:txBody>
        </p:sp>
      </p:grpSp>
      <p:sp>
        <p:nvSpPr>
          <p:cNvPr id="101" name="chrome--footer-rule--101">
            <a:extLst xmlns:a="http://schemas.openxmlformats.org/drawingml/2006/main">
              <a:ext uri="{FF2B5EF4-FFF2-40B4-BE49-F238E27FC236}">
                <a16:creationId xmlns:a16="http://schemas.microsoft.com/office/drawing/2014/main" id="{D980E2A2-3208-4414-B5CB-0B76208A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102" name="chrome--footer--102">
            <a:extLst xmlns:a="http://schemas.openxmlformats.org/drawingml/2006/main">
              <a:ext uri="{FF2B5EF4-FFF2-40B4-BE49-F238E27FC236}">
                <a16:creationId xmlns:a16="http://schemas.microsoft.com/office/drawing/2014/main" id="{C9CD78B1-942C-4364-89ED-A0E5478D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使用方式：替换标签，选择定位牌或圆环版本。符号由原生线条与形状构成，未使用图标截图。</a:t>
            </a:r>
          </a:p>
        </p:txBody>
      </p:sp>
    </p:spTree>
    <p:extLst>
      <p:ext uri="{BB962C8B-B14F-4D97-AF65-F5344CB8AC3E}">
        <p14:creationId xmlns:p14="http://schemas.microsoft.com/office/powerpoint/2010/main" val="668923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D1CC007E-7A47-49AE-AD4E-1641DBE2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3E0934A8-B56D-45B0-9E17-E09D79F7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BDFE5914-50AF-47EF-AD10-9E0180EF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81A98050-7A4A-4C14-A1C6-0153F9F9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C955AAAA-71A3-42C4-AEEE-E3EBFB3A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C05 / 通用组件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C0E4E648-43B5-42D2-866B-6C0442E9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7" name="chrome--page-title--7">
            <a:extLst xmlns:a="http://schemas.openxmlformats.org/drawingml/2006/main">
              <a:ext uri="{FF2B5EF4-FFF2-40B4-BE49-F238E27FC236}">
                <a16:creationId xmlns:a16="http://schemas.microsoft.com/office/drawing/2014/main" id="{F07DC9EA-AB48-4A10-80E9-DA01C761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471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摘要</a:t>
            </a:r>
          </a:p>
        </p:txBody>
      </p:sp>
      <p:sp>
        <p:nvSpPr>
          <p:cNvPr id="8" name="chrome--page-subtitle--8">
            <a:extLst xmlns:a="http://schemas.openxmlformats.org/drawingml/2006/main">
              <a:ext uri="{FF2B5EF4-FFF2-40B4-BE49-F238E27FC236}">
                <a16:creationId xmlns:a16="http://schemas.microsoft.com/office/drawing/2014/main" id="{C36D217C-4D27-47F2-AFBE-737D886F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数值、统计口径与时间范围分开填写，趋势保留原生图表与可编辑数据。</a:t>
            </a:r>
          </a:p>
        </p:txBody>
      </p:sp>
      <p:grpSp>
        <p:nvGrpSpPr>
          <p:cNvPr id="26" name="C05-1"/>
          <p:cNvGrpSpPr/>
          <p:nvPr/>
        </p:nvGrpSpPr>
        <p:grpSpPr>
          <a:xfrm xmlns:a="http://schemas.openxmlformats.org/drawingml/2006/main">
            <a:off x="457200" y="3276600"/>
            <a:ext cx="15011400" cy="4667250"/>
            <a:chOff x="457200" y="3276600"/>
            <a:chExt cx="15011400" cy="4667250"/>
          </a:xfrm>
        </p:grpSpPr>
        <p:sp>
          <p:nvSpPr>
            <p:cNvPr id="9" name="C05-1--metric-surface--9">
              <a:extLst xmlns:a="http://schemas.openxmlformats.org/drawingml/2006/main">
                <a:ext uri="{FF2B5EF4-FFF2-40B4-BE49-F238E27FC236}">
                  <a16:creationId xmlns:a16="http://schemas.microsoft.com/office/drawing/2014/main" id="{894AC458-0E89-4489-99D4-0F397671DC9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276600"/>
              <a:ext cx="4864100" cy="1809750"/>
            </a:xfrm>
            <a:prstGeom xmlns:a="http://schemas.openxmlformats.org/drawingml/2006/main" prst="roundRect">
              <a:avLst>
                <a:gd name="adj" fmla="val 12632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0" name="C05-1--metric-value--10">
              <a:extLst xmlns:a="http://schemas.openxmlformats.org/drawingml/2006/main">
                <a:ext uri="{FF2B5EF4-FFF2-40B4-BE49-F238E27FC236}">
                  <a16:creationId xmlns:a16="http://schemas.microsoft.com/office/drawing/2014/main" id="{C0F74B3E-7C49-44DA-BDCF-D96D71BB421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4850" y="3486150"/>
              <a:ext cx="4368800" cy="7905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4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4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4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12 项</a:t>
              </a:r>
            </a:p>
          </p:txBody>
        </p:sp>
        <p:sp>
          <p:nvSpPr>
            <p:cNvPr id="11" name="C05-1--metric-title--11">
              <a:extLst xmlns:a="http://schemas.openxmlformats.org/drawingml/2006/main">
                <a:ext uri="{FF2B5EF4-FFF2-40B4-BE49-F238E27FC236}">
                  <a16:creationId xmlns:a16="http://schemas.microsoft.com/office/drawing/2014/main" id="{35943BF2-7705-46C7-92BF-1DE4FF0A6EB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4343400"/>
              <a:ext cx="4330700" cy="4191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已交付示例</a:t>
              </a:r>
            </a:p>
          </p:txBody>
        </p:sp>
        <p:sp>
          <p:nvSpPr>
            <p:cNvPr id="12" name="C05-1--metric-definition--12">
              <a:extLst xmlns:a="http://schemas.openxmlformats.org/drawingml/2006/main">
                <a:ext uri="{FF2B5EF4-FFF2-40B4-BE49-F238E27FC236}">
                  <a16:creationId xmlns:a16="http://schemas.microsoft.com/office/drawing/2014/main" id="{532C9C65-015E-40A5-AB02-C8B885EDFA9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4762500"/>
              <a:ext cx="43307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2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统计范围：本次试点</a:t>
              </a:r>
            </a:p>
          </p:txBody>
        </p:sp>
        <p:sp>
          <p:nvSpPr>
            <p:cNvPr id="13" name="C05-1--metric-surface--13">
              <a:extLst xmlns:a="http://schemas.openxmlformats.org/drawingml/2006/main">
                <a:ext uri="{FF2B5EF4-FFF2-40B4-BE49-F238E27FC236}">
                  <a16:creationId xmlns:a16="http://schemas.microsoft.com/office/drawing/2014/main" id="{29A47D9E-167E-44C3-8E03-BDBF96CAED3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30850" y="3276600"/>
              <a:ext cx="4864100" cy="1809750"/>
            </a:xfrm>
            <a:prstGeom xmlns:a="http://schemas.openxmlformats.org/drawingml/2006/main" prst="roundRect">
              <a:avLst>
                <a:gd name="adj" fmla="val 12632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4" name="C05-1--metric-value--14">
              <a:extLst xmlns:a="http://schemas.openxmlformats.org/drawingml/2006/main">
                <a:ext uri="{FF2B5EF4-FFF2-40B4-BE49-F238E27FC236}">
                  <a16:creationId xmlns:a16="http://schemas.microsoft.com/office/drawing/2014/main" id="{1C8A79E9-9BE2-41BB-888A-B1D2B712890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78500" y="3486150"/>
              <a:ext cx="4368800" cy="7905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4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4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4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4 组</a:t>
              </a:r>
            </a:p>
          </p:txBody>
        </p:sp>
        <p:sp>
          <p:nvSpPr>
            <p:cNvPr id="15" name="C05-1--metric-title--15">
              <a:extLst xmlns:a="http://schemas.openxmlformats.org/drawingml/2006/main">
                <a:ext uri="{FF2B5EF4-FFF2-40B4-BE49-F238E27FC236}">
                  <a16:creationId xmlns:a16="http://schemas.microsoft.com/office/drawing/2014/main" id="{7D813664-3E39-4C5B-89F1-5596B322EDD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97550" y="4343400"/>
              <a:ext cx="4330700" cy="4191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覆盖团队示例</a:t>
              </a:r>
            </a:p>
          </p:txBody>
        </p:sp>
        <p:sp>
          <p:nvSpPr>
            <p:cNvPr id="16" name="C05-1--metric-definition--16">
              <a:extLst xmlns:a="http://schemas.openxmlformats.org/drawingml/2006/main">
                <a:ext uri="{FF2B5EF4-FFF2-40B4-BE49-F238E27FC236}">
                  <a16:creationId xmlns:a16="http://schemas.microsoft.com/office/drawing/2014/main" id="{7C9DA7B1-48E5-4DF7-9F1F-36DF162898B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97550" y="4762500"/>
              <a:ext cx="43307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2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口径：参与验证的团队</a:t>
              </a:r>
            </a:p>
          </p:txBody>
        </p:sp>
        <p:sp>
          <p:nvSpPr>
            <p:cNvPr id="17" name="C05-1--metric-surface--17">
              <a:extLst xmlns:a="http://schemas.openxmlformats.org/drawingml/2006/main">
                <a:ext uri="{FF2B5EF4-FFF2-40B4-BE49-F238E27FC236}">
                  <a16:creationId xmlns:a16="http://schemas.microsoft.com/office/drawing/2014/main" id="{2E8D3448-D3B5-47D6-A4DD-0CBF2CFB2EC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04500" y="3276600"/>
              <a:ext cx="4864100" cy="1809750"/>
            </a:xfrm>
            <a:prstGeom xmlns:a="http://schemas.openxmlformats.org/drawingml/2006/main" prst="roundRect">
              <a:avLst>
                <a:gd name="adj" fmla="val 12632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8" name="C05-1--metric-value--18">
              <a:extLst xmlns:a="http://schemas.openxmlformats.org/drawingml/2006/main">
                <a:ext uri="{FF2B5EF4-FFF2-40B4-BE49-F238E27FC236}">
                  <a16:creationId xmlns:a16="http://schemas.microsoft.com/office/drawing/2014/main" id="{203FB61F-8EFC-4094-B13B-52B316BAB42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52150" y="3486150"/>
              <a:ext cx="4368800" cy="7905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4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4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4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75%</a:t>
              </a:r>
            </a:p>
          </p:txBody>
        </p:sp>
        <p:sp>
          <p:nvSpPr>
            <p:cNvPr id="19" name="C05-1--metric-title--19">
              <a:extLst xmlns:a="http://schemas.openxmlformats.org/drawingml/2006/main">
                <a:ext uri="{FF2B5EF4-FFF2-40B4-BE49-F238E27FC236}">
                  <a16:creationId xmlns:a16="http://schemas.microsoft.com/office/drawing/2014/main" id="{81226F85-6B25-4CDA-BF4F-C68EEE98C8B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71200" y="4343400"/>
              <a:ext cx="4330700" cy="4191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节点完成示例</a:t>
              </a:r>
            </a:p>
          </p:txBody>
        </p:sp>
        <p:sp>
          <p:nvSpPr>
            <p:cNvPr id="20" name="C05-1--metric-definition--20">
              <a:extLst xmlns:a="http://schemas.openxmlformats.org/drawingml/2006/main">
                <a:ext uri="{FF2B5EF4-FFF2-40B4-BE49-F238E27FC236}">
                  <a16:creationId xmlns:a16="http://schemas.microsoft.com/office/drawing/2014/main" id="{340B2DC1-4A2D-4889-9E6C-F39FA8855C1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71200" y="4762500"/>
              <a:ext cx="43307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2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12 / 16 个计划节点</a:t>
              </a:r>
            </a:p>
          </p:txBody>
        </p:sp>
        <p:sp>
          <p:nvSpPr>
            <p:cNvPr id="21" name="C05-1--trend-heading--21">
              <a:extLst xmlns:a="http://schemas.openxmlformats.org/drawingml/2006/main">
                <a:ext uri="{FF2B5EF4-FFF2-40B4-BE49-F238E27FC236}">
                  <a16:creationId xmlns:a16="http://schemas.microsoft.com/office/drawing/2014/main" id="{72778062-95CA-48DE-B010-62A79344286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6250" y="5448300"/>
              <a:ext cx="1501140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交付数量趋势（演示数据）</a:t>
              </a:r>
            </a:p>
          </p:txBody>
        </p:sp>
      </p:grpSp>
      <p:graphicFrame>
        <p:nvGraphicFramePr>
          <p:cNvPr id="22" name="Chart">
            <a:extLst xmlns:a="http://schemas.openxmlformats.org/drawingml/2006/main">
              <a:ext uri="{FF2B5EF4-FFF2-40B4-BE49-F238E27FC236}">
                <a16:creationId xmlns:a16="http://schemas.microsoft.com/office/drawing/2014/main" id="{91D2D019-843D-4979-A471-C72E2DFC7A1E}"/>
              </a:ext>
            </a:extLst>
          </p:cNvPr>
          <p:cNvGraphicFramePr/>
          <p:nvPr/>
        </p:nvGraphicFramePr>
        <p:xfrm>
          <a:off xmlns:a="http://schemas.openxmlformats.org/drawingml/2006/main" x="476250" y="5886450"/>
          <a:ext xmlns:a="http://schemas.openxmlformats.org/drawingml/2006/main" cx="14897100" cy="1962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98e0c03851401a"/>
          </a:graphicData>
        </a:graphic>
      </p:graphicFrame>
      <p:sp>
        <p:nvSpPr>
          <p:cNvPr id="23" name="chrome--footer-rule--22">
            <a:extLst xmlns:a="http://schemas.openxmlformats.org/drawingml/2006/main">
              <a:ext uri="{FF2B5EF4-FFF2-40B4-BE49-F238E27FC236}">
                <a16:creationId xmlns:a16="http://schemas.microsoft.com/office/drawing/2014/main" id="{F213B76A-7E3B-4B7D-8C44-B43941E8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24" name="chrome--footer--23">
            <a:extLst xmlns:a="http://schemas.openxmlformats.org/drawingml/2006/main">
              <a:ext uri="{FF2B5EF4-FFF2-40B4-BE49-F238E27FC236}">
                <a16:creationId xmlns:a16="http://schemas.microsoft.com/office/drawing/2014/main" id="{E52B47D9-F1F4-4610-AA57-25BCD092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演示数据，非实际业务成果。正式使用时替换数值、时间范围、比较基线与来源。</a:t>
            </a:r>
          </a:p>
        </p:txBody>
      </p:sp>
    </p:spTree>
    <p:extLst>
      <p:ext uri="{BB962C8B-B14F-4D97-AF65-F5344CB8AC3E}">
        <p14:creationId xmlns:p14="http://schemas.microsoft.com/office/powerpoint/2010/main" val="10106714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DE2E1331-95F4-4DA3-BF24-339C2C7A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8D6BB34C-9A6B-4B7E-B3E0-4B764277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4DB56914-8899-41D2-9014-E3EEC478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C17D95FD-E4BC-4228-AB58-F946913E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F30DB5AA-E0AF-42F9-A715-FEBA041F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C06 / 通用组件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C31F134A-DC07-41EE-A6FD-33CC19AD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双栏</a:t>
            </a:r>
          </a:p>
        </p:txBody>
      </p:sp>
      <p:sp>
        <p:nvSpPr>
          <p:cNvPr id="7" name="chrome--page-title--7">
            <a:extLst xmlns:a="http://schemas.openxmlformats.org/drawingml/2006/main">
              <a:ext uri="{FF2B5EF4-FFF2-40B4-BE49-F238E27FC236}">
                <a16:creationId xmlns:a16="http://schemas.microsoft.com/office/drawing/2014/main" id="{6E44B8A6-D854-4D14-ACF8-DAFAB19F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471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比较</a:t>
            </a:r>
          </a:p>
        </p:txBody>
      </p:sp>
      <p:sp>
        <p:nvSpPr>
          <p:cNvPr id="8" name="chrome--page-subtitle--8">
            <a:extLst xmlns:a="http://schemas.openxmlformats.org/drawingml/2006/main">
              <a:ext uri="{FF2B5EF4-FFF2-40B4-BE49-F238E27FC236}">
                <a16:creationId xmlns:a16="http://schemas.microsoft.com/office/drawing/2014/main" id="{2513C979-CB18-4E5D-8C7A-393BA579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两组内容沿相同维度对齐，重点通过标题、细边和留白体现。</a:t>
            </a:r>
          </a:p>
        </p:txBody>
      </p:sp>
      <p:grpSp>
        <p:nvGrpSpPr>
          <p:cNvPr id="32" name="C06-1"/>
          <p:cNvGrpSpPr/>
          <p:nvPr/>
        </p:nvGrpSpPr>
        <p:grpSpPr>
          <a:xfrm xmlns:a="http://schemas.openxmlformats.org/drawingml/2006/main">
            <a:off x="457200" y="3276600"/>
            <a:ext cx="15011400" cy="4667250"/>
            <a:chOff x="457200" y="3276600"/>
            <a:chExt cx="15011400" cy="4667250"/>
          </a:xfrm>
        </p:grpSpPr>
        <p:sp>
          <p:nvSpPr>
            <p:cNvPr id="9" name="C06-1--compare-surface--9">
              <a:extLst xmlns:a="http://schemas.openxmlformats.org/drawingml/2006/main">
                <a:ext uri="{FF2B5EF4-FFF2-40B4-BE49-F238E27FC236}">
                  <a16:creationId xmlns:a16="http://schemas.microsoft.com/office/drawing/2014/main" id="{53AAD040-CADE-42BB-B67F-2ECFA8A015B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276600"/>
              <a:ext cx="7277100" cy="4667250"/>
            </a:xfrm>
            <a:prstGeom xmlns:a="http://schemas.openxmlformats.org/drawingml/2006/main" prst="roundRect">
              <a:avLst>
                <a:gd name="adj" fmla="val 4898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0" name="C06-1--compare-top--10">
              <a:extLst xmlns:a="http://schemas.openxmlformats.org/drawingml/2006/main">
                <a:ext uri="{FF2B5EF4-FFF2-40B4-BE49-F238E27FC236}">
                  <a16:creationId xmlns:a16="http://schemas.microsoft.com/office/drawing/2014/main" id="{91F36AB2-956B-46B1-8DD6-E576EE17997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3533775"/>
              <a:ext cx="419100" cy="38100"/>
            </a:xfrm>
            <a:prstGeom xmlns:a="http://schemas.openxmlformats.org/drawingml/2006/main" prst="roundRect">
              <a:avLst>
                <a:gd name="adj" fmla="val 50000"/>
              </a:avLst>
            </a:prstGeom>
            <a:solidFill xmlns:a="http://schemas.openxmlformats.org/drawingml/2006/main">
              <a:srgbClr val="E5DDD6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1" name="C06-1--compare-heading--11">
              <a:extLst xmlns:a="http://schemas.openxmlformats.org/drawingml/2006/main">
                <a:ext uri="{FF2B5EF4-FFF2-40B4-BE49-F238E27FC236}">
                  <a16:creationId xmlns:a16="http://schemas.microsoft.com/office/drawing/2014/main" id="{BFB65156-5A43-4781-BAFB-F204A85BC0E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3771900"/>
              <a:ext cx="6743700" cy="590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当前方式</a:t>
              </a:r>
            </a:p>
          </p:txBody>
        </p:sp>
        <p:sp>
          <p:nvSpPr>
            <p:cNvPr id="12" name="C06-1--compare-divider--12">
              <a:extLst xmlns:a="http://schemas.openxmlformats.org/drawingml/2006/main">
                <a:ext uri="{FF2B5EF4-FFF2-40B4-BE49-F238E27FC236}">
                  <a16:creationId xmlns:a16="http://schemas.microsoft.com/office/drawing/2014/main" id="{3649735D-7F40-48FE-8766-DB656070628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723900" y="4486275"/>
              <a:ext cx="67437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13" name="C06-1--compare-index--13">
              <a:extLst xmlns:a="http://schemas.openxmlformats.org/drawingml/2006/main">
                <a:ext uri="{FF2B5EF4-FFF2-40B4-BE49-F238E27FC236}">
                  <a16:creationId xmlns:a16="http://schemas.microsoft.com/office/drawing/2014/main" id="{A1783C07-186F-4752-A0F9-BABF5A7C789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33425" y="4752975"/>
              <a:ext cx="67246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14" name="C06-1--compare-item--14">
              <a:extLst xmlns:a="http://schemas.openxmlformats.org/drawingml/2006/main">
                <a:ext uri="{FF2B5EF4-FFF2-40B4-BE49-F238E27FC236}">
                  <a16:creationId xmlns:a16="http://schemas.microsoft.com/office/drawing/2014/main" id="{BEB1FAA1-D3D4-48CF-B486-542D856892E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5076825"/>
              <a:ext cx="674370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内容混在整页图片中</a:t>
              </a:r>
            </a:p>
          </p:txBody>
        </p:sp>
        <p:sp>
          <p:nvSpPr>
            <p:cNvPr id="15" name="C06-1--compare-index--15">
              <a:extLst xmlns:a="http://schemas.openxmlformats.org/drawingml/2006/main">
                <a:ext uri="{FF2B5EF4-FFF2-40B4-BE49-F238E27FC236}">
                  <a16:creationId xmlns:a16="http://schemas.microsoft.com/office/drawing/2014/main" id="{B140097E-F03B-43AF-B19B-DD25190AEDF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33425" y="5695950"/>
              <a:ext cx="67246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16" name="C06-1--compare-item--16">
              <a:extLst xmlns:a="http://schemas.openxmlformats.org/drawingml/2006/main">
                <a:ext uri="{FF2B5EF4-FFF2-40B4-BE49-F238E27FC236}">
                  <a16:creationId xmlns:a16="http://schemas.microsoft.com/office/drawing/2014/main" id="{F50B4F20-7562-4AFE-A05A-A43FB130894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6019800"/>
              <a:ext cx="674370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改字需要重新生成</a:t>
              </a:r>
            </a:p>
          </p:txBody>
        </p:sp>
        <p:sp>
          <p:nvSpPr>
            <p:cNvPr id="17" name="C06-1--compare-index--17">
              <a:extLst xmlns:a="http://schemas.openxmlformats.org/drawingml/2006/main">
                <a:ext uri="{FF2B5EF4-FFF2-40B4-BE49-F238E27FC236}">
                  <a16:creationId xmlns:a16="http://schemas.microsoft.com/office/drawing/2014/main" id="{6976FB85-63FC-406E-9D20-5846D0B1999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33425" y="6638925"/>
              <a:ext cx="67246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18" name="C06-1--compare-item--18">
              <a:extLst xmlns:a="http://schemas.openxmlformats.org/drawingml/2006/main">
                <a:ext uri="{FF2B5EF4-FFF2-40B4-BE49-F238E27FC236}">
                  <a16:creationId xmlns:a16="http://schemas.microsoft.com/office/drawing/2014/main" id="{18246E1A-42CF-403E-B15E-DE5E7F36E33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6962775"/>
              <a:ext cx="674370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难以统一尺寸与间距</a:t>
              </a:r>
            </a:p>
          </p:txBody>
        </p:sp>
        <p:sp>
          <p:nvSpPr>
            <p:cNvPr id="19" name="C06-1--compare-surface--19">
              <a:extLst xmlns:a="http://schemas.openxmlformats.org/drawingml/2006/main">
                <a:ext uri="{FF2B5EF4-FFF2-40B4-BE49-F238E27FC236}">
                  <a16:creationId xmlns:a16="http://schemas.microsoft.com/office/drawing/2014/main" id="{670734AA-6DFE-48DB-BB97-7D71ADAA8D1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91500" y="3276600"/>
              <a:ext cx="7277100" cy="4667250"/>
            </a:xfrm>
            <a:prstGeom xmlns:a="http://schemas.openxmlformats.org/drawingml/2006/main" prst="roundRect">
              <a:avLst>
                <a:gd name="adj" fmla="val 4898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20" name="C06-1--compare-top--20">
              <a:extLst xmlns:a="http://schemas.openxmlformats.org/drawingml/2006/main">
                <a:ext uri="{FF2B5EF4-FFF2-40B4-BE49-F238E27FC236}">
                  <a16:creationId xmlns:a16="http://schemas.microsoft.com/office/drawing/2014/main" id="{1CCCFCDD-3FF4-4E2D-B748-A63A3DC720E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58200" y="3533775"/>
              <a:ext cx="419100" cy="38100"/>
            </a:xfrm>
            <a:prstGeom xmlns:a="http://schemas.openxmlformats.org/drawingml/2006/main" prst="roundRect">
              <a:avLst>
                <a:gd name="adj" fmla="val 50000"/>
              </a:avLst>
            </a:prstGeom>
            <a:gradFill xmlns:a="http://schemas.openxmlformats.org/drawingml/2006/main">
              <a:gsLst>
                <a:gs pos="0">
                  <a:srgbClr val="FF7800"/>
                </a:gs>
                <a:gs pos="30000">
                  <a:srgbClr val="FF5000"/>
                </a:gs>
                <a:gs pos="60000">
                  <a:srgbClr val="FF2600"/>
                </a:gs>
                <a:gs pos="80000">
                  <a:srgbClr val="ED1006"/>
                </a:gs>
                <a:gs pos="100000">
                  <a:srgbClr val="D90404"/>
                </a:gs>
              </a:gsLst>
              <a:lin ang="0"/>
            </a:gra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1" name="C06-1--compare-heading--21">
              <a:extLst xmlns:a="http://schemas.openxmlformats.org/drawingml/2006/main">
                <a:ext uri="{FF2B5EF4-FFF2-40B4-BE49-F238E27FC236}">
                  <a16:creationId xmlns:a16="http://schemas.microsoft.com/office/drawing/2014/main" id="{0A66125B-D484-4568-A522-871DA49A87B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58200" y="3771900"/>
              <a:ext cx="6743700" cy="590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4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4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4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目标方式</a:t>
              </a:r>
            </a:p>
          </p:txBody>
        </p:sp>
        <p:sp>
          <p:nvSpPr>
            <p:cNvPr id="22" name="C06-1--compare-divider--22">
              <a:extLst xmlns:a="http://schemas.openxmlformats.org/drawingml/2006/main">
                <a:ext uri="{FF2B5EF4-FFF2-40B4-BE49-F238E27FC236}">
                  <a16:creationId xmlns:a16="http://schemas.microsoft.com/office/drawing/2014/main" id="{3F9236B3-02BB-4B7D-BDEB-B2EA0AAF464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8458200" y="4486275"/>
              <a:ext cx="67437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23" name="C06-1--compare-index--23">
              <a:extLst xmlns:a="http://schemas.openxmlformats.org/drawingml/2006/main">
                <a:ext uri="{FF2B5EF4-FFF2-40B4-BE49-F238E27FC236}">
                  <a16:creationId xmlns:a16="http://schemas.microsoft.com/office/drawing/2014/main" id="{CE68F5C4-B20D-4C3D-BBAF-6A06BEE65A9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67725" y="4752975"/>
              <a:ext cx="67246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24" name="C06-1--compare-item--24">
              <a:extLst xmlns:a="http://schemas.openxmlformats.org/drawingml/2006/main">
                <a:ext uri="{FF2B5EF4-FFF2-40B4-BE49-F238E27FC236}">
                  <a16:creationId xmlns:a16="http://schemas.microsoft.com/office/drawing/2014/main" id="{2D149DDE-A4A8-47BD-83CA-4A248084BCC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58200" y="5076825"/>
              <a:ext cx="674370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文字与图形分别可改</a:t>
              </a:r>
            </a:p>
          </p:txBody>
        </p:sp>
        <p:sp>
          <p:nvSpPr>
            <p:cNvPr id="25" name="C06-1--compare-index--25">
              <a:extLst xmlns:a="http://schemas.openxmlformats.org/drawingml/2006/main">
                <a:ext uri="{FF2B5EF4-FFF2-40B4-BE49-F238E27FC236}">
                  <a16:creationId xmlns:a16="http://schemas.microsoft.com/office/drawing/2014/main" id="{D6A01FA6-3889-40E6-85EE-3E9D0A20E01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67725" y="5695950"/>
              <a:ext cx="67246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26" name="C06-1--compare-item--26">
              <a:extLst xmlns:a="http://schemas.openxmlformats.org/drawingml/2006/main">
                <a:ext uri="{FF2B5EF4-FFF2-40B4-BE49-F238E27FC236}">
                  <a16:creationId xmlns:a16="http://schemas.microsoft.com/office/drawing/2014/main" id="{4B1E0D97-8832-4F5F-9827-DA6DC5D4361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58200" y="6019800"/>
              <a:ext cx="674370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按参数调整内容与数量</a:t>
              </a:r>
            </a:p>
          </p:txBody>
        </p:sp>
        <p:sp>
          <p:nvSpPr>
            <p:cNvPr id="27" name="C06-1--compare-index--27">
              <a:extLst xmlns:a="http://schemas.openxmlformats.org/drawingml/2006/main">
                <a:ext uri="{FF2B5EF4-FFF2-40B4-BE49-F238E27FC236}">
                  <a16:creationId xmlns:a16="http://schemas.microsoft.com/office/drawing/2014/main" id="{5D989427-8B19-44BB-82BF-5FABBF9D74B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67725" y="6638925"/>
              <a:ext cx="67246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28" name="C06-1--compare-item--28">
              <a:extLst xmlns:a="http://schemas.openxmlformats.org/drawingml/2006/main">
                <a:ext uri="{FF2B5EF4-FFF2-40B4-BE49-F238E27FC236}">
                  <a16:creationId xmlns:a16="http://schemas.microsoft.com/office/drawing/2014/main" id="{F65B8C64-3F5E-4D9D-8B4E-1F1776A7F76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58200" y="6962775"/>
              <a:ext cx="674370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9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共用颜色与材质规范</a:t>
              </a:r>
            </a:p>
          </p:txBody>
        </p:sp>
      </p:grpSp>
      <p:sp>
        <p:nvSpPr>
          <p:cNvPr id="29" name="chrome--footer-rule--29">
            <a:extLst xmlns:a="http://schemas.openxmlformats.org/drawingml/2006/main">
              <a:ext uri="{FF2B5EF4-FFF2-40B4-BE49-F238E27FC236}">
                <a16:creationId xmlns:a16="http://schemas.microsoft.com/office/drawing/2014/main" id="{E3A31C47-BCFF-4BFE-B4C4-B3C24208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30" name="chrome--footer--30">
            <a:extLst xmlns:a="http://schemas.openxmlformats.org/drawingml/2006/main">
              <a:ext uri="{FF2B5EF4-FFF2-40B4-BE49-F238E27FC236}">
                <a16:creationId xmlns:a16="http://schemas.microsoft.com/office/drawing/2014/main" id="{0038134E-165C-4502-973E-2777EEE1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使用方式：比较条件、优缺点或前后变化。两边采用同口径，不为突出一方而改变比较标准。</a:t>
            </a:r>
          </a:p>
        </p:txBody>
      </p:sp>
    </p:spTree>
    <p:extLst>
      <p:ext uri="{BB962C8B-B14F-4D97-AF65-F5344CB8AC3E}">
        <p14:creationId xmlns:p14="http://schemas.microsoft.com/office/powerpoint/2010/main" val="4741220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AC6870-CCCA-43F7-B185-1494DD3B373D}"/>
              </a:ext>
            </a:extLst>
          </p:cNvPr>
          <p:cNvCxnSpPr>
            <a:stCxn xmlns:a="http://schemas.openxmlformats.org/drawingml/2006/main" id="21" idx="6"/>
            <a:endCxn xmlns:a="http://schemas.openxmlformats.org/drawingml/2006/main" id="25" idx="2"/>
          </p:cNvCxnSpPr>
          <p:nvPr/>
        </p:nvCxnSpPr>
        <p:spPr>
          <a:xfrm xmlns:a="http://schemas.openxmlformats.org/drawingml/2006/main">
            <a:off x="11327130" y="4181475"/>
            <a:ext cx="227838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F3D12"/>
            </a:solidFill>
            <a:prstDash val="solid"/>
            <a:tailEnd type="triangle" w="med" len="me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EEDDED-CA9F-44A1-B516-71F9B1F33239}"/>
              </a:ext>
            </a:extLst>
          </p:cNvPr>
          <p:cNvCxnSpPr>
            <a:stCxn xmlns:a="http://schemas.openxmlformats.org/drawingml/2006/main" id="17" idx="6"/>
            <a:endCxn xmlns:a="http://schemas.openxmlformats.org/drawingml/2006/main" id="21" idx="2"/>
          </p:cNvCxnSpPr>
          <p:nvPr/>
        </p:nvCxnSpPr>
        <p:spPr>
          <a:xfrm xmlns:a="http://schemas.openxmlformats.org/drawingml/2006/main">
            <a:off x="8324850" y="4181475"/>
            <a:ext cx="227838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F3D12"/>
            </a:solidFill>
            <a:prstDash val="solid"/>
            <a:tailEnd type="triangle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5E8153-E457-45BD-BFAF-3E4C3B3E9795}"/>
              </a:ext>
            </a:extLst>
          </p:cNvPr>
          <p:cNvCxnSpPr>
            <a:stCxn xmlns:a="http://schemas.openxmlformats.org/drawingml/2006/main" id="13" idx="6"/>
            <a:endCxn xmlns:a="http://schemas.openxmlformats.org/drawingml/2006/main" id="17" idx="2"/>
          </p:cNvCxnSpPr>
          <p:nvPr/>
        </p:nvCxnSpPr>
        <p:spPr>
          <a:xfrm xmlns:a="http://schemas.openxmlformats.org/drawingml/2006/main">
            <a:off x="5322570" y="4181475"/>
            <a:ext cx="227838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F3D12"/>
            </a:solidFill>
            <a:prstDash val="solid"/>
            <a:tailEnd type="triangle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C7B901-32D7-47E9-99AC-A121C36F1560}"/>
              </a:ext>
            </a:extLst>
          </p:cNvPr>
          <p:cNvCxnSpPr>
            <a:stCxn xmlns:a="http://schemas.openxmlformats.org/drawingml/2006/main" id="9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2320290" y="4181475"/>
            <a:ext cx="227838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F3D12"/>
            </a:solidFill>
            <a:prstDash val="solid"/>
            <a:tailEnd type="triangle" w="med" len="med"/>
          </a:ln>
        </p:spPr>
      </p:cxnSp>
      <p:sp>
        <p:nvSpPr>
          <p:cNvPr id="35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02A4942B-F113-45AA-BD70-9A87C991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642B9783-20D4-4B5C-BE83-4AD9E657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C2E2845C-4B33-4B97-91E9-19FC630F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6079BF20-E377-4553-8945-3BEF454F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8C56E011-3D45-4E9B-9474-37651B7D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C07 / 通用组件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7BD1CBEE-87E8-46FE-B3B4-3F5C4063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步骤</a:t>
            </a:r>
          </a:p>
        </p:txBody>
      </p:sp>
      <p:sp>
        <p:nvSpPr>
          <p:cNvPr id="7" name="chrome--page-title--7">
            <a:extLst xmlns:a="http://schemas.openxmlformats.org/drawingml/2006/main">
              <a:ext uri="{FF2B5EF4-FFF2-40B4-BE49-F238E27FC236}">
                <a16:creationId xmlns:a16="http://schemas.microsoft.com/office/drawing/2014/main" id="{5A946E3A-9592-4E76-8B0A-59066B67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471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流程</a:t>
            </a:r>
          </a:p>
        </p:txBody>
      </p:sp>
      <p:sp>
        <p:nvSpPr>
          <p:cNvPr id="8" name="chrome--page-subtitle--8">
            <a:extLst xmlns:a="http://schemas.openxmlformats.org/drawingml/2006/main">
              <a:ext uri="{FF2B5EF4-FFF2-40B4-BE49-F238E27FC236}">
                <a16:creationId xmlns:a16="http://schemas.microsoft.com/office/drawing/2014/main" id="{EE3036DA-1540-425B-880D-6101E71F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用附着节点的连接线表达先后关系，可按内容改为三至六个步骤。</a:t>
            </a:r>
          </a:p>
        </p:txBody>
      </p:sp>
      <p:grpSp>
        <p:nvGrpSpPr>
          <p:cNvPr id="36" name="C07-1"/>
          <p:cNvGrpSpPr/>
          <p:nvPr/>
        </p:nvGrpSpPr>
        <p:grpSpPr>
          <a:xfrm xmlns:a="http://schemas.openxmlformats.org/drawingml/2006/main">
            <a:off x="457200" y="3667125"/>
            <a:ext cx="15011400" cy="3429000"/>
            <a:chOff x="457200" y="3667125"/>
            <a:chExt cx="15011400" cy="3429000"/>
          </a:xfrm>
        </p:grpSpPr>
        <p:sp>
          <p:nvSpPr>
            <p:cNvPr id="9" name="C07-1--step-node--9">
              <a:extLst xmlns:a="http://schemas.openxmlformats.org/drawingml/2006/main">
                <a:ext uri="{FF2B5EF4-FFF2-40B4-BE49-F238E27FC236}">
                  <a16:creationId xmlns:a16="http://schemas.microsoft.com/office/drawing/2014/main" id="{3A860DDD-BC5E-4459-8986-4E42D0ECE4E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96390" y="3819525"/>
              <a:ext cx="723900" cy="7239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131313"/>
            </a:solidFill>
            <a:ln xmlns:a="http://schemas.openxmlformats.org/drawingml/2006/main" w="9525">
              <a:solidFill>
                <a:srgbClr val="FFFFFF">
                  <a:alpha val="80000"/>
                </a:srgbClr>
              </a:solidFill>
              <a:prstDash val="solid"/>
            </a:ln>
          </p:spPr>
        </p:sp>
        <p:sp>
          <p:nvSpPr>
            <p:cNvPr id="10" name="C07-1--step-number--10">
              <a:extLst xmlns:a="http://schemas.openxmlformats.org/drawingml/2006/main">
                <a:ext uri="{FF2B5EF4-FFF2-40B4-BE49-F238E27FC236}">
                  <a16:creationId xmlns:a16="http://schemas.microsoft.com/office/drawing/2014/main" id="{89BDA2F1-FB1F-4364-A53A-C3DF06D7BBA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44015" y="4000500"/>
              <a:ext cx="628650" cy="3905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11" name="C07-1--step-title--11">
              <a:extLst xmlns:a="http://schemas.openxmlformats.org/drawingml/2006/main">
                <a:ext uri="{FF2B5EF4-FFF2-40B4-BE49-F238E27FC236}">
                  <a16:creationId xmlns:a16="http://schemas.microsoft.com/office/drawing/2014/main" id="{BD075ADE-A681-49DD-BBB6-079BE536C88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2450" y="4848225"/>
              <a:ext cx="2811780" cy="762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确定目标</a:t>
              </a:r>
            </a:p>
          </p:txBody>
        </p:sp>
        <p:sp>
          <p:nvSpPr>
            <p:cNvPr id="12" name="C07-1--step-body--12">
              <a:extLst xmlns:a="http://schemas.openxmlformats.org/drawingml/2006/main">
                <a:ext uri="{FF2B5EF4-FFF2-40B4-BE49-F238E27FC236}">
                  <a16:creationId xmlns:a16="http://schemas.microsoft.com/office/drawing/2014/main" id="{D0362C83-9C9D-4C3E-AF95-49C7663F164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19125" y="5734050"/>
              <a:ext cx="2678430" cy="1285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说明要解决的问题</a:t>
              </a:r>
            </a:p>
          </p:txBody>
        </p:sp>
        <p:sp>
          <p:nvSpPr>
            <p:cNvPr id="13" name="C07-1--step-node--13">
              <a:extLst xmlns:a="http://schemas.openxmlformats.org/drawingml/2006/main">
                <a:ext uri="{FF2B5EF4-FFF2-40B4-BE49-F238E27FC236}">
                  <a16:creationId xmlns:a16="http://schemas.microsoft.com/office/drawing/2014/main" id="{9E8A9BFF-12CF-411C-AE29-95E22DE7CCF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98670" y="3819525"/>
              <a:ext cx="723900" cy="7239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131313"/>
            </a:solidFill>
            <a:ln xmlns:a="http://schemas.openxmlformats.org/drawingml/2006/main" w="9525">
              <a:solidFill>
                <a:srgbClr val="FFFFFF">
                  <a:alpha val="80000"/>
                </a:srgbClr>
              </a:solidFill>
              <a:prstDash val="solid"/>
            </a:ln>
          </p:spPr>
        </p:sp>
        <p:sp>
          <p:nvSpPr>
            <p:cNvPr id="14" name="C07-1--step-number--14">
              <a:extLst xmlns:a="http://schemas.openxmlformats.org/drawingml/2006/main">
                <a:ext uri="{FF2B5EF4-FFF2-40B4-BE49-F238E27FC236}">
                  <a16:creationId xmlns:a16="http://schemas.microsoft.com/office/drawing/2014/main" id="{DC657805-E0C9-47A0-A602-E62FE5CA68C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46295" y="4000500"/>
              <a:ext cx="628650" cy="3905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15" name="C07-1--step-title--15">
              <a:extLst xmlns:a="http://schemas.openxmlformats.org/drawingml/2006/main">
                <a:ext uri="{FF2B5EF4-FFF2-40B4-BE49-F238E27FC236}">
                  <a16:creationId xmlns:a16="http://schemas.microsoft.com/office/drawing/2014/main" id="{CF7316BA-8F81-4840-8F8D-B2EE2B63844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54730" y="4848225"/>
              <a:ext cx="2811780" cy="762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准备材料</a:t>
              </a:r>
            </a:p>
          </p:txBody>
        </p:sp>
        <p:sp>
          <p:nvSpPr>
            <p:cNvPr id="16" name="C07-1--step-body--16">
              <a:extLst xmlns:a="http://schemas.openxmlformats.org/drawingml/2006/main">
                <a:ext uri="{FF2B5EF4-FFF2-40B4-BE49-F238E27FC236}">
                  <a16:creationId xmlns:a16="http://schemas.microsoft.com/office/drawing/2014/main" id="{93BBDABB-0AE0-4BE3-9692-36F8A0E251E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621405" y="5734050"/>
              <a:ext cx="2678430" cy="1285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提供相关事实与边界</a:t>
              </a:r>
            </a:p>
          </p:txBody>
        </p:sp>
        <p:sp>
          <p:nvSpPr>
            <p:cNvPr id="17" name="C07-1--step-node--17">
              <a:extLst xmlns:a="http://schemas.openxmlformats.org/drawingml/2006/main">
                <a:ext uri="{FF2B5EF4-FFF2-40B4-BE49-F238E27FC236}">
                  <a16:creationId xmlns:a16="http://schemas.microsoft.com/office/drawing/2014/main" id="{B62333EB-6EF8-47F6-B991-9148FBA69B2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00950" y="3819525"/>
              <a:ext cx="723900" cy="723900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FFB456"/>
                </a:gs>
                <a:gs pos="32000">
                  <a:srgbClr val="FF7800"/>
                </a:gs>
                <a:gs pos="68000">
                  <a:srgbClr val="FF3D12"/>
                </a:gs>
                <a:gs pos="100000">
                  <a:srgbClr val="F21916"/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80000"/>
                </a:srgbClr>
              </a:solidFill>
              <a:prstDash val="solid"/>
            </a:ln>
          </p:spPr>
        </p:sp>
        <p:sp>
          <p:nvSpPr>
            <p:cNvPr id="18" name="C07-1--step-number--18">
              <a:extLst xmlns:a="http://schemas.openxmlformats.org/drawingml/2006/main">
                <a:ext uri="{FF2B5EF4-FFF2-40B4-BE49-F238E27FC236}">
                  <a16:creationId xmlns:a16="http://schemas.microsoft.com/office/drawing/2014/main" id="{3928EA6D-E0BA-490C-B79C-3B34C893AE5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48575" y="4000500"/>
              <a:ext cx="628650" cy="3905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19" name="C07-1--step-title--19">
              <a:extLst xmlns:a="http://schemas.openxmlformats.org/drawingml/2006/main">
                <a:ext uri="{FF2B5EF4-FFF2-40B4-BE49-F238E27FC236}">
                  <a16:creationId xmlns:a16="http://schemas.microsoft.com/office/drawing/2014/main" id="{CA1634F1-D38A-4EA6-AD4D-6CF32279BF2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557010" y="4848225"/>
              <a:ext cx="2811780" cy="762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形成结果</a:t>
              </a:r>
            </a:p>
          </p:txBody>
        </p:sp>
        <p:sp>
          <p:nvSpPr>
            <p:cNvPr id="20" name="C07-1--step-body--20">
              <a:extLst xmlns:a="http://schemas.openxmlformats.org/drawingml/2006/main">
                <a:ext uri="{FF2B5EF4-FFF2-40B4-BE49-F238E27FC236}">
                  <a16:creationId xmlns:a16="http://schemas.microsoft.com/office/drawing/2014/main" id="{363D0502-CC03-4B56-AEF3-E15AAB3C578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23685" y="5734050"/>
              <a:ext cx="2678430" cy="1285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组织内容并执行任务</a:t>
              </a:r>
            </a:p>
          </p:txBody>
        </p:sp>
        <p:sp>
          <p:nvSpPr>
            <p:cNvPr id="21" name="C07-1--step-node--21">
              <a:extLst xmlns:a="http://schemas.openxmlformats.org/drawingml/2006/main">
                <a:ext uri="{FF2B5EF4-FFF2-40B4-BE49-F238E27FC236}">
                  <a16:creationId xmlns:a16="http://schemas.microsoft.com/office/drawing/2014/main" id="{7C13FA58-993D-4F02-8857-FCFDD136EC7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03230" y="3819525"/>
              <a:ext cx="723900" cy="7239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131313"/>
            </a:solidFill>
            <a:ln xmlns:a="http://schemas.openxmlformats.org/drawingml/2006/main" w="9525">
              <a:solidFill>
                <a:srgbClr val="FFFFFF">
                  <a:alpha val="80000"/>
                </a:srgbClr>
              </a:solidFill>
              <a:prstDash val="solid"/>
            </a:ln>
          </p:spPr>
        </p:sp>
        <p:sp>
          <p:nvSpPr>
            <p:cNvPr id="22" name="C07-1--step-number--22">
              <a:extLst xmlns:a="http://schemas.openxmlformats.org/drawingml/2006/main">
                <a:ext uri="{FF2B5EF4-FFF2-40B4-BE49-F238E27FC236}">
                  <a16:creationId xmlns:a16="http://schemas.microsoft.com/office/drawing/2014/main" id="{5A2306BC-7A67-490F-BB75-F534A788D81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50855" y="4000500"/>
              <a:ext cx="628650" cy="3905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</a:p>
          </p:txBody>
        </p:sp>
        <p:sp>
          <p:nvSpPr>
            <p:cNvPr id="23" name="C07-1--step-title--23">
              <a:extLst xmlns:a="http://schemas.openxmlformats.org/drawingml/2006/main">
                <a:ext uri="{FF2B5EF4-FFF2-40B4-BE49-F238E27FC236}">
                  <a16:creationId xmlns:a16="http://schemas.microsoft.com/office/drawing/2014/main" id="{FCAE643E-1FF6-4232-AE26-10944B8B2B7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559290" y="4848225"/>
              <a:ext cx="2811780" cy="762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检查修订</a:t>
              </a:r>
            </a:p>
          </p:txBody>
        </p:sp>
        <p:sp>
          <p:nvSpPr>
            <p:cNvPr id="24" name="C07-1--step-body--24">
              <a:extLst xmlns:a="http://schemas.openxmlformats.org/drawingml/2006/main">
                <a:ext uri="{FF2B5EF4-FFF2-40B4-BE49-F238E27FC236}">
                  <a16:creationId xmlns:a16="http://schemas.microsoft.com/office/drawing/2014/main" id="{82B40344-FE78-4F5C-9EA4-ABF3B1384A5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625965" y="5734050"/>
              <a:ext cx="2678430" cy="1285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按完成标准复核</a:t>
              </a:r>
            </a:p>
          </p:txBody>
        </p:sp>
        <p:sp>
          <p:nvSpPr>
            <p:cNvPr id="25" name="C07-1--step-node--25">
              <a:extLst xmlns:a="http://schemas.openxmlformats.org/drawingml/2006/main">
                <a:ext uri="{FF2B5EF4-FFF2-40B4-BE49-F238E27FC236}">
                  <a16:creationId xmlns:a16="http://schemas.microsoft.com/office/drawing/2014/main" id="{A74F062E-6F00-491F-B2A8-AFAE1B8834E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605510" y="3819525"/>
              <a:ext cx="723900" cy="7239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131313"/>
            </a:solidFill>
            <a:ln xmlns:a="http://schemas.openxmlformats.org/drawingml/2006/main" w="9525">
              <a:solidFill>
                <a:srgbClr val="FFFFFF">
                  <a:alpha val="80000"/>
                </a:srgbClr>
              </a:solidFill>
              <a:prstDash val="solid"/>
            </a:ln>
          </p:spPr>
        </p:sp>
        <p:sp>
          <p:nvSpPr>
            <p:cNvPr id="26" name="C07-1--step-number--26">
              <a:extLst xmlns:a="http://schemas.openxmlformats.org/drawingml/2006/main">
                <a:ext uri="{FF2B5EF4-FFF2-40B4-BE49-F238E27FC236}">
                  <a16:creationId xmlns:a16="http://schemas.microsoft.com/office/drawing/2014/main" id="{66B68116-F389-49D7-9DD8-3184CB5E5FE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653135" y="4000500"/>
              <a:ext cx="628650" cy="3905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05</a:t>
              </a:r>
            </a:p>
          </p:txBody>
        </p:sp>
        <p:sp>
          <p:nvSpPr>
            <p:cNvPr id="27" name="C07-1--step-title--27">
              <a:extLst xmlns:a="http://schemas.openxmlformats.org/drawingml/2006/main">
                <a:ext uri="{FF2B5EF4-FFF2-40B4-BE49-F238E27FC236}">
                  <a16:creationId xmlns:a16="http://schemas.microsoft.com/office/drawing/2014/main" id="{C14C6399-78DD-4680-9671-570258E4CC9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561570" y="4848225"/>
              <a:ext cx="2811780" cy="762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确认交付</a:t>
              </a:r>
            </a:p>
          </p:txBody>
        </p:sp>
        <p:sp>
          <p:nvSpPr>
            <p:cNvPr id="28" name="C07-1--step-body--28">
              <a:extLst xmlns:a="http://schemas.openxmlformats.org/drawingml/2006/main">
                <a:ext uri="{FF2B5EF4-FFF2-40B4-BE49-F238E27FC236}">
                  <a16:creationId xmlns:a16="http://schemas.microsoft.com/office/drawing/2014/main" id="{4EC7185D-B8CF-4754-8577-B931D7E4C56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628245" y="5734050"/>
              <a:ext cx="2678430" cy="1285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保留可继续使用的结果</a:t>
              </a:r>
            </a:p>
          </p:txBody>
        </p:sp>
      </p:grpSp>
      <p:sp>
        <p:nvSpPr>
          <p:cNvPr id="29" name="chrome--footer-rule--29">
            <a:extLst xmlns:a="http://schemas.openxmlformats.org/drawingml/2006/main">
              <a:ext uri="{FF2B5EF4-FFF2-40B4-BE49-F238E27FC236}">
                <a16:creationId xmlns:a16="http://schemas.microsoft.com/office/drawing/2014/main" id="{5E2EC02F-503F-4ED9-890E-AD6201E8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30" name="chrome--footer--30">
            <a:extLst xmlns:a="http://schemas.openxmlformats.org/drawingml/2006/main">
              <a:ext uri="{FF2B5EF4-FFF2-40B4-BE49-F238E27FC236}">
                <a16:creationId xmlns:a16="http://schemas.microsoft.com/office/drawing/2014/main" id="{CE484561-269E-4BB6-A295-4C22690E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使用方式：替换步骤名称与说明。连接线为原生对象，端点附着节点，不是背景图片。</a:t>
            </a:r>
          </a:p>
        </p:txBody>
      </p:sp>
    </p:spTree>
    <p:extLst>
      <p:ext uri="{BB962C8B-B14F-4D97-AF65-F5344CB8AC3E}">
        <p14:creationId xmlns:p14="http://schemas.microsoft.com/office/powerpoint/2010/main" val="20521514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0826F707-735E-4BA9-B607-CFF25040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1B442635-3B2B-463C-802E-37D07FB1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D4BB8EAA-C484-488F-AC56-CE29036C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E8E30CF8-D7F7-4EC1-B8E6-1FB3ED84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D4191650-2EAF-4644-92DE-A14320B2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C08 / 通用组件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758839F6-B1BF-48D9-B247-1CD212AD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7" name="chrome--page-title--7">
            <a:extLst xmlns:a="http://schemas.openxmlformats.org/drawingml/2006/main">
              <a:ext uri="{FF2B5EF4-FFF2-40B4-BE49-F238E27FC236}">
                <a16:creationId xmlns:a16="http://schemas.microsoft.com/office/drawing/2014/main" id="{4F30AD72-D386-4131-8EA6-B38784F6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471" y="1676400"/>
            <a:ext cx="1863743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路线图</a:t>
            </a:r>
          </a:p>
        </p:txBody>
      </p:sp>
      <p:sp>
        <p:nvSpPr>
          <p:cNvPr id="8" name="chrome--page-subtitle--8">
            <a:extLst xmlns:a="http://schemas.openxmlformats.org/drawingml/2006/main">
              <a:ext uri="{FF2B5EF4-FFF2-40B4-BE49-F238E27FC236}">
                <a16:creationId xmlns:a16="http://schemas.microsoft.com/office/drawing/2014/main" id="{D42D701D-1F4C-4EEC-9799-24650F91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阶段、工作内容与完成条件分开填写，以路线组织里程碑。</a:t>
            </a:r>
          </a:p>
        </p:txBody>
      </p:sp>
      <p:grpSp>
        <p:nvGrpSpPr>
          <p:cNvPr id="34" name="C08-1"/>
          <p:cNvGrpSpPr/>
          <p:nvPr/>
        </p:nvGrpSpPr>
        <p:grpSpPr>
          <a:xfrm xmlns:a="http://schemas.openxmlformats.org/drawingml/2006/main">
            <a:off x="457200" y="3276600"/>
            <a:ext cx="15011400" cy="4667250"/>
            <a:chOff x="457200" y="3276600"/>
            <a:chExt cx="15011400" cy="4667250"/>
          </a:xfrm>
        </p:grpSpPr>
        <p:sp>
          <p:nvSpPr>
            <p:cNvPr id="9" name="C08-1--roadmap-route--9">
              <a:extLst xmlns:a="http://schemas.openxmlformats.org/drawingml/2006/main">
                <a:ext uri="{FF2B5EF4-FFF2-40B4-BE49-F238E27FC236}">
                  <a16:creationId xmlns:a16="http://schemas.microsoft.com/office/drawing/2014/main" id="{C5D96056-ABA9-42AD-BD9B-1D1FA201914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2959100" y="3657600"/>
              <a:ext cx="100076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gradFill>
                <a:gsLst>
                  <a:gs pos="0">
                    <a:srgbClr val="FF2D12"/>
                  </a:gs>
                  <a:gs pos="35000">
                    <a:srgbClr val="FF771C"/>
                  </a:gs>
                  <a:gs pos="70000">
                    <a:srgbClr val="FFB85E"/>
                  </a:gs>
                  <a:gs pos="100000">
                    <a:srgbClr val="D2C4B5"/>
                  </a:gs>
                </a:gsLst>
                <a:lin ang="0"/>
              </a:gradFill>
              <a:prstDash val="solid"/>
            </a:ln>
          </p:spPr>
        </p:sp>
        <p:sp>
          <p:nvSpPr>
            <p:cNvPr id="10" name="C08-1--milestone-halo--10">
              <a:extLst xmlns:a="http://schemas.openxmlformats.org/drawingml/2006/main">
                <a:ext uri="{FF2B5EF4-FFF2-40B4-BE49-F238E27FC236}">
                  <a16:creationId xmlns:a16="http://schemas.microsoft.com/office/drawing/2014/main" id="{64589666-46C6-4217-A4C3-0EED5750852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682875" y="3381375"/>
              <a:ext cx="552450" cy="552450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14288">
              <a:solidFill>
                <a:srgbClr val="FF7800">
                  <a:alpha val="35000"/>
                </a:srgbClr>
              </a:solidFill>
              <a:prstDash val="solid"/>
            </a:ln>
          </p:spPr>
        </p:sp>
        <p:sp>
          <p:nvSpPr>
            <p:cNvPr id="11" name="C08-1--milestone-node--11">
              <a:extLst xmlns:a="http://schemas.openxmlformats.org/drawingml/2006/main">
                <a:ext uri="{FF2B5EF4-FFF2-40B4-BE49-F238E27FC236}">
                  <a16:creationId xmlns:a16="http://schemas.microsoft.com/office/drawing/2014/main" id="{3BB1FD0A-10D9-4E33-9AFD-0B979C872B5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25750" y="3524250"/>
              <a:ext cx="266700" cy="266700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FF7800"/>
                </a:gs>
                <a:gs pos="30000">
                  <a:srgbClr val="FF5000"/>
                </a:gs>
                <a:gs pos="60000">
                  <a:srgbClr val="FF2600"/>
                </a:gs>
                <a:gs pos="80000">
                  <a:srgbClr val="ED1006"/>
                </a:gs>
                <a:gs pos="100000">
                  <a:srgbClr val="D90404"/>
                </a:gs>
              </a:gsLst>
              <a:lin ang="0"/>
            </a:gra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2" name="C08-1--milestone-stem--12">
              <a:extLst xmlns:a="http://schemas.openxmlformats.org/drawingml/2006/main">
                <a:ext uri="{FF2B5EF4-FFF2-40B4-BE49-F238E27FC236}">
                  <a16:creationId xmlns:a16="http://schemas.microsoft.com/office/drawing/2014/main" id="{C5F5495E-6C0A-4482-99F5-BF195B06EBC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2959100" y="3943350"/>
              <a:ext cx="0" cy="3333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FF7800">
                  <a:alpha val="55000"/>
                </a:srgbClr>
              </a:solidFill>
              <a:prstDash val="solid"/>
            </a:ln>
          </p:spPr>
        </p:sp>
        <p:sp>
          <p:nvSpPr>
            <p:cNvPr id="13" name="C08-1--milestone-surface--13">
              <a:extLst xmlns:a="http://schemas.openxmlformats.org/drawingml/2006/main">
                <a:ext uri="{FF2B5EF4-FFF2-40B4-BE49-F238E27FC236}">
                  <a16:creationId xmlns:a16="http://schemas.microsoft.com/office/drawing/2014/main" id="{BD4E5716-2D59-419D-9507-93A45D996A6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0550" y="4286250"/>
              <a:ext cx="4737100" cy="3657600"/>
            </a:xfrm>
            <a:prstGeom xmlns:a="http://schemas.openxmlformats.org/drawingml/2006/main" prst="roundRect">
              <a:avLst>
                <a:gd name="adj" fmla="val 6250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4" name="C08-1--milestone-date--14">
              <a:extLst xmlns:a="http://schemas.openxmlformats.org/drawingml/2006/main">
                <a:ext uri="{FF2B5EF4-FFF2-40B4-BE49-F238E27FC236}">
                  <a16:creationId xmlns:a16="http://schemas.microsoft.com/office/drawing/2014/main" id="{5A1CA928-FE48-4A93-92CA-57813007653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9150" y="4533900"/>
              <a:ext cx="427990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阶段一</a:t>
              </a:r>
            </a:p>
          </p:txBody>
        </p:sp>
        <p:sp>
          <p:nvSpPr>
            <p:cNvPr id="15" name="C08-1--milestone-title--15">
              <a:extLst xmlns:a="http://schemas.openxmlformats.org/drawingml/2006/main">
                <a:ext uri="{FF2B5EF4-FFF2-40B4-BE49-F238E27FC236}">
                  <a16:creationId xmlns:a16="http://schemas.microsoft.com/office/drawing/2014/main" id="{853B4C12-C126-486D-AAE4-9F23649FA9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9150" y="5048250"/>
              <a:ext cx="4279900" cy="723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明确范围</a:t>
              </a:r>
            </a:p>
          </p:txBody>
        </p:sp>
        <p:sp>
          <p:nvSpPr>
            <p:cNvPr id="16" name="C08-1--milestone-body--16">
              <a:extLst xmlns:a="http://schemas.openxmlformats.org/drawingml/2006/main">
                <a:ext uri="{FF2B5EF4-FFF2-40B4-BE49-F238E27FC236}">
                  <a16:creationId xmlns:a16="http://schemas.microsoft.com/office/drawing/2014/main" id="{3593D05F-541A-48B9-A4C1-759030D9EA9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9150" y="5981700"/>
              <a:ext cx="4279900" cy="1695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确认受众与目标</a:t>
              </a:r>
            </a:p>
            <a:p xmlns:a="http://schemas.openxmlformats.org/drawingml/2006/main">
              <a: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整理材料与限制</a:t>
              </a:r>
            </a:p>
          </p:txBody>
        </p:sp>
        <p:sp>
          <p:nvSpPr>
            <p:cNvPr id="17" name="C08-1--milestone-halo--17">
              <a:extLst xmlns:a="http://schemas.openxmlformats.org/drawingml/2006/main">
                <a:ext uri="{FF2B5EF4-FFF2-40B4-BE49-F238E27FC236}">
                  <a16:creationId xmlns:a16="http://schemas.microsoft.com/office/drawing/2014/main" id="{8272DE6C-2BF6-4470-90C5-AE08403F2D9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86675" y="3381375"/>
              <a:ext cx="552450" cy="552450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14288">
              <a:solidFill>
                <a:srgbClr val="FF7800">
                  <a:alpha val="35000"/>
                </a:srgbClr>
              </a:solidFill>
              <a:prstDash val="solid"/>
            </a:ln>
          </p:spPr>
        </p:sp>
        <p:sp>
          <p:nvSpPr>
            <p:cNvPr id="18" name="C08-1--milestone-node--18">
              <a:extLst xmlns:a="http://schemas.openxmlformats.org/drawingml/2006/main">
                <a:ext uri="{FF2B5EF4-FFF2-40B4-BE49-F238E27FC236}">
                  <a16:creationId xmlns:a16="http://schemas.microsoft.com/office/drawing/2014/main" id="{AE68DE0B-2CDA-4AC5-B755-7A397C53D4A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29550" y="3524250"/>
              <a:ext cx="266700" cy="2667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131313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9" name="C08-1--milestone-stem--19">
              <a:extLst xmlns:a="http://schemas.openxmlformats.org/drawingml/2006/main">
                <a:ext uri="{FF2B5EF4-FFF2-40B4-BE49-F238E27FC236}">
                  <a16:creationId xmlns:a16="http://schemas.microsoft.com/office/drawing/2014/main" id="{319E063C-55B5-4C2C-A39D-E10DFB0ED45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7962900" y="3943350"/>
              <a:ext cx="0" cy="3333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FF7800">
                  <a:alpha val="55000"/>
                </a:srgbClr>
              </a:solidFill>
              <a:prstDash val="solid"/>
            </a:ln>
          </p:spPr>
        </p:sp>
        <p:sp>
          <p:nvSpPr>
            <p:cNvPr id="20" name="C08-1--milestone-surface--20">
              <a:extLst xmlns:a="http://schemas.openxmlformats.org/drawingml/2006/main">
                <a:ext uri="{FF2B5EF4-FFF2-40B4-BE49-F238E27FC236}">
                  <a16:creationId xmlns:a16="http://schemas.microsoft.com/office/drawing/2014/main" id="{6B3D2152-8E1A-40A1-B12E-C202985DD1C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94350" y="4286250"/>
              <a:ext cx="4737100" cy="3657600"/>
            </a:xfrm>
            <a:prstGeom xmlns:a="http://schemas.openxmlformats.org/drawingml/2006/main" prst="roundRect">
              <a:avLst>
                <a:gd name="adj" fmla="val 6250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21" name="C08-1--milestone-date--21">
              <a:extLst xmlns:a="http://schemas.openxmlformats.org/drawingml/2006/main">
                <a:ext uri="{FF2B5EF4-FFF2-40B4-BE49-F238E27FC236}">
                  <a16:creationId xmlns:a16="http://schemas.microsoft.com/office/drawing/2014/main" id="{C3812EC1-EC95-4609-BBC9-91B2C4146AA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22950" y="4533900"/>
              <a:ext cx="427990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阶段二</a:t>
              </a:r>
            </a:p>
          </p:txBody>
        </p:sp>
        <p:sp>
          <p:nvSpPr>
            <p:cNvPr id="22" name="C08-1--milestone-title--22">
              <a:extLst xmlns:a="http://schemas.openxmlformats.org/drawingml/2006/main">
                <a:ext uri="{FF2B5EF4-FFF2-40B4-BE49-F238E27FC236}">
                  <a16:creationId xmlns:a16="http://schemas.microsoft.com/office/drawing/2014/main" id="{56D0A13E-3ED8-4170-8843-085CA94DF93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22950" y="5048250"/>
              <a:ext cx="4279900" cy="723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完成验证</a:t>
              </a:r>
            </a:p>
          </p:txBody>
        </p:sp>
        <p:sp>
          <p:nvSpPr>
            <p:cNvPr id="23" name="C08-1--milestone-body--23">
              <a:extLst xmlns:a="http://schemas.openxmlformats.org/drawingml/2006/main">
                <a:ext uri="{FF2B5EF4-FFF2-40B4-BE49-F238E27FC236}">
                  <a16:creationId xmlns:a16="http://schemas.microsoft.com/office/drawing/2014/main" id="{E1AAE32B-9508-46D9-ADDC-4518BF2E1B5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22950" y="5981700"/>
              <a:ext cx="4279900" cy="1695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在真实任务中检查</a:t>
              </a:r>
            </a:p>
            <a:p xmlns:a="http://schemas.openxmlformats.org/drawingml/2006/main">
              <a: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保留反馈与证据</a:t>
              </a:r>
            </a:p>
          </p:txBody>
        </p:sp>
        <p:sp>
          <p:nvSpPr>
            <p:cNvPr id="24" name="C08-1--milestone-halo--24">
              <a:extLst xmlns:a="http://schemas.openxmlformats.org/drawingml/2006/main">
                <a:ext uri="{FF2B5EF4-FFF2-40B4-BE49-F238E27FC236}">
                  <a16:creationId xmlns:a16="http://schemas.microsoft.com/office/drawing/2014/main" id="{71D55804-AAA3-4069-9E7F-47656D0447E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690475" y="3381375"/>
              <a:ext cx="552450" cy="552450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14288">
              <a:solidFill>
                <a:srgbClr val="FF7800">
                  <a:alpha val="35000"/>
                </a:srgbClr>
              </a:solidFill>
              <a:prstDash val="solid"/>
            </a:ln>
          </p:spPr>
        </p:sp>
        <p:sp>
          <p:nvSpPr>
            <p:cNvPr id="25" name="C08-1--milestone-node--25">
              <a:extLst xmlns:a="http://schemas.openxmlformats.org/drawingml/2006/main">
                <a:ext uri="{FF2B5EF4-FFF2-40B4-BE49-F238E27FC236}">
                  <a16:creationId xmlns:a16="http://schemas.microsoft.com/office/drawing/2014/main" id="{E282A4DF-55D2-4B99-BE2E-30D9D3CAF4E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833350" y="3524250"/>
              <a:ext cx="266700" cy="2667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131313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6" name="C08-1--milestone-stem--26">
              <a:extLst xmlns:a="http://schemas.openxmlformats.org/drawingml/2006/main">
                <a:ext uri="{FF2B5EF4-FFF2-40B4-BE49-F238E27FC236}">
                  <a16:creationId xmlns:a16="http://schemas.microsoft.com/office/drawing/2014/main" id="{0AEDDFC1-C545-4AB2-9165-8ED5007E89E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12966700" y="3943350"/>
              <a:ext cx="0" cy="3333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FF7800">
                  <a:alpha val="55000"/>
                </a:srgbClr>
              </a:solidFill>
              <a:prstDash val="solid"/>
            </a:ln>
          </p:spPr>
        </p:sp>
        <p:sp>
          <p:nvSpPr>
            <p:cNvPr id="27" name="C08-1--milestone-surface--27">
              <a:extLst xmlns:a="http://schemas.openxmlformats.org/drawingml/2006/main">
                <a:ext uri="{FF2B5EF4-FFF2-40B4-BE49-F238E27FC236}">
                  <a16:creationId xmlns:a16="http://schemas.microsoft.com/office/drawing/2014/main" id="{837894D4-3F31-4D2D-9885-ED24D6A4967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598150" y="4286250"/>
              <a:ext cx="4737100" cy="3657600"/>
            </a:xfrm>
            <a:prstGeom xmlns:a="http://schemas.openxmlformats.org/drawingml/2006/main" prst="roundRect">
              <a:avLst>
                <a:gd name="adj" fmla="val 6250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28" name="C08-1--milestone-date--28">
              <a:extLst xmlns:a="http://schemas.openxmlformats.org/drawingml/2006/main">
                <a:ext uri="{FF2B5EF4-FFF2-40B4-BE49-F238E27FC236}">
                  <a16:creationId xmlns:a16="http://schemas.microsoft.com/office/drawing/2014/main" id="{02B7FAB0-289C-4F02-B475-B8FFCE0C4BD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26750" y="4533900"/>
              <a:ext cx="427990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阶段三</a:t>
              </a:r>
            </a:p>
          </p:txBody>
        </p:sp>
        <p:sp>
          <p:nvSpPr>
            <p:cNvPr id="29" name="C08-1--milestone-title--29">
              <a:extLst xmlns:a="http://schemas.openxmlformats.org/drawingml/2006/main">
                <a:ext uri="{FF2B5EF4-FFF2-40B4-BE49-F238E27FC236}">
                  <a16:creationId xmlns:a16="http://schemas.microsoft.com/office/drawing/2014/main" id="{48AB7978-93C4-4C93-AB25-A730DD296B6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26750" y="5048250"/>
              <a:ext cx="4279900" cy="723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逐步扩展</a:t>
              </a:r>
            </a:p>
          </p:txBody>
        </p:sp>
        <p:sp>
          <p:nvSpPr>
            <p:cNvPr id="30" name="C08-1--milestone-body--30">
              <a:extLst xmlns:a="http://schemas.openxmlformats.org/drawingml/2006/main">
                <a:ext uri="{FF2B5EF4-FFF2-40B4-BE49-F238E27FC236}">
                  <a16:creationId xmlns:a16="http://schemas.microsoft.com/office/drawing/2014/main" id="{C193A251-06FA-4288-8A60-FB23D4F58AD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26750" y="5981700"/>
              <a:ext cx="4279900" cy="1695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确认复用条件</a:t>
              </a:r>
            </a:p>
            <a:p xmlns:a="http://schemas.openxmlformats.org/drawingml/2006/main">
              <a: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再扩大应用范围</a:t>
              </a:r>
            </a:p>
          </p:txBody>
        </p:sp>
      </p:grpSp>
      <p:sp>
        <p:nvSpPr>
          <p:cNvPr id="31" name="chrome--footer-rule--31">
            <a:extLst xmlns:a="http://schemas.openxmlformats.org/drawingml/2006/main">
              <a:ext uri="{FF2B5EF4-FFF2-40B4-BE49-F238E27FC236}">
                <a16:creationId xmlns:a16="http://schemas.microsoft.com/office/drawing/2014/main" id="{C1ABDAE2-BB87-4CBF-B826-80B3542F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32" name="chrome--footer--32">
            <a:extLst xmlns:a="http://schemas.openxmlformats.org/drawingml/2006/main">
              <a:ext uri="{FF2B5EF4-FFF2-40B4-BE49-F238E27FC236}">
                <a16:creationId xmlns:a16="http://schemas.microsoft.com/office/drawing/2014/main" id="{7A9B5839-ADD1-436C-AF68-486388A5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使用方式：可改为三至五个阶段。颜色表达视觉焦点，完成、建设中或规划状态需要另行说明。</a:t>
            </a:r>
          </a:p>
        </p:txBody>
      </p:sp>
    </p:spTree>
    <p:extLst>
      <p:ext uri="{BB962C8B-B14F-4D97-AF65-F5344CB8AC3E}">
        <p14:creationId xmlns:p14="http://schemas.microsoft.com/office/powerpoint/2010/main" val="207083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CD144423-6015-491E-8706-ED8AC24A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3812C035-0F4F-454A-A9D7-7F7383DC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E753B463-E57F-4A79-96CA-05C9C10D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90B28CCD-4539-46FC-B3A1-0712A195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09AC9DB0-549C-4C8A-8F0C-26240C69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C09 / 通用组件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FBE8ABE4-FF67-4C05-8692-028580EE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嵌套</a:t>
            </a:r>
          </a:p>
        </p:txBody>
      </p:sp>
      <p:sp>
        <p:nvSpPr>
          <p:cNvPr id="7" name="chrome--page-title--7">
            <a:extLst xmlns:a="http://schemas.openxmlformats.org/drawingml/2006/main">
              <a:ext uri="{FF2B5EF4-FFF2-40B4-BE49-F238E27FC236}">
                <a16:creationId xmlns:a16="http://schemas.microsoft.com/office/drawing/2014/main" id="{ECA17997-DEBF-479E-8565-A0606E08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471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层级</a:t>
            </a:r>
          </a:p>
        </p:txBody>
      </p:sp>
      <p:sp>
        <p:nvSpPr>
          <p:cNvPr id="8" name="chrome--page-subtitle--8">
            <a:extLst xmlns:a="http://schemas.openxmlformats.org/drawingml/2006/main">
              <a:ext uri="{FF2B5EF4-FFF2-40B4-BE49-F238E27FC236}">
                <a16:creationId xmlns:a16="http://schemas.microsoft.com/office/drawing/2014/main" id="{58C73877-E7E0-4BAA-8BB2-AFDA6672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通过可见的嵌套边缘表达包含关系，核心区域使用局部橙红高亮。</a:t>
            </a:r>
          </a:p>
        </p:txBody>
      </p:sp>
      <p:grpSp>
        <p:nvGrpSpPr>
          <p:cNvPr id="32" name="C09-1"/>
          <p:cNvGrpSpPr/>
          <p:nvPr/>
        </p:nvGrpSpPr>
        <p:grpSpPr>
          <a:xfrm xmlns:a="http://schemas.openxmlformats.org/drawingml/2006/main">
            <a:off x="457200" y="3324225"/>
            <a:ext cx="9715500" cy="4543425"/>
            <a:chOff x="457200" y="3324225"/>
            <a:chExt cx="9715500" cy="4543425"/>
          </a:xfrm>
        </p:grpSpPr>
        <p:sp>
          <p:nvSpPr>
            <p:cNvPr id="9" name="C09-1--nested-layer--9">
              <a:extLst xmlns:a="http://schemas.openxmlformats.org/drawingml/2006/main">
                <a:ext uri="{FF2B5EF4-FFF2-40B4-BE49-F238E27FC236}">
                  <a16:creationId xmlns:a16="http://schemas.microsoft.com/office/drawing/2014/main" id="{4107C7BF-49C4-4C19-B3CF-B531259EE24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324225"/>
              <a:ext cx="9715500" cy="4543425"/>
            </a:xfrm>
            <a:prstGeom xmlns:a="http://schemas.openxmlformats.org/drawingml/2006/main" prst="roundRect">
              <a:avLst>
                <a:gd name="adj" fmla="val 5031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0" name="C09-1--nested-title--10">
              <a:extLst xmlns:a="http://schemas.openxmlformats.org/drawingml/2006/main">
                <a:ext uri="{FF2B5EF4-FFF2-40B4-BE49-F238E27FC236}">
                  <a16:creationId xmlns:a16="http://schemas.microsoft.com/office/drawing/2014/main" id="{92D4D2C4-446D-45F3-B2F7-4CAB04F33A4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4850" y="3533775"/>
              <a:ext cx="1208833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组织范围</a:t>
              </a:r>
            </a:p>
          </p:txBody>
        </p:sp>
        <p:sp>
          <p:nvSpPr>
            <p:cNvPr id="11" name="C09-1--nested-body--11">
              <a:extLst xmlns:a="http://schemas.openxmlformats.org/drawingml/2006/main">
                <a:ext uri="{FF2B5EF4-FFF2-40B4-BE49-F238E27FC236}">
                  <a16:creationId xmlns:a16="http://schemas.microsoft.com/office/drawing/2014/main" id="{1E702181-2F57-468E-82D9-408795AF599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04183" y="3609975"/>
              <a:ext cx="7801817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界定本次讨论涉及的范围</a:t>
              </a:r>
            </a:p>
          </p:txBody>
        </p:sp>
        <p:sp>
          <p:nvSpPr>
            <p:cNvPr id="12" name="C09-1--nested-layer--12">
              <a:extLst xmlns:a="http://schemas.openxmlformats.org/drawingml/2006/main">
                <a:ext uri="{FF2B5EF4-FFF2-40B4-BE49-F238E27FC236}">
                  <a16:creationId xmlns:a16="http://schemas.microsoft.com/office/drawing/2014/main" id="{5D13731C-1491-49F9-9157-5B17F51DB5E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4850" y="4241800"/>
              <a:ext cx="9220200" cy="3416300"/>
            </a:xfrm>
            <a:prstGeom xmlns:a="http://schemas.openxmlformats.org/drawingml/2006/main" prst="roundRect">
              <a:avLst>
                <a:gd name="adj" fmla="val 6691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3" name="C09-1--nested-title--13">
              <a:extLst xmlns:a="http://schemas.openxmlformats.org/drawingml/2006/main">
                <a:ext uri="{FF2B5EF4-FFF2-40B4-BE49-F238E27FC236}">
                  <a16:creationId xmlns:a16="http://schemas.microsoft.com/office/drawing/2014/main" id="{EB20043D-E51D-452F-9750-7C8A597A62B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52500" y="4451350"/>
              <a:ext cx="1208833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业务领域</a:t>
              </a:r>
            </a:p>
          </p:txBody>
        </p:sp>
        <p:sp>
          <p:nvSpPr>
            <p:cNvPr id="14" name="C09-1--nested-body--14">
              <a:extLst xmlns:a="http://schemas.openxmlformats.org/drawingml/2006/main">
                <a:ext uri="{FF2B5EF4-FFF2-40B4-BE49-F238E27FC236}">
                  <a16:creationId xmlns:a16="http://schemas.microsoft.com/office/drawing/2014/main" id="{CD14DC92-DFDC-419D-ACA5-E17B628068F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51833" y="4527550"/>
              <a:ext cx="7306517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选定需要研究的领域</a:t>
              </a:r>
            </a:p>
          </p:txBody>
        </p:sp>
        <p:sp>
          <p:nvSpPr>
            <p:cNvPr id="15" name="C09-1--nested-layer--15">
              <a:extLst xmlns:a="http://schemas.openxmlformats.org/drawingml/2006/main">
                <a:ext uri="{FF2B5EF4-FFF2-40B4-BE49-F238E27FC236}">
                  <a16:creationId xmlns:a16="http://schemas.microsoft.com/office/drawing/2014/main" id="{DD04A022-DCD5-4749-8EC9-C9DAACD57F1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52500" y="5159375"/>
              <a:ext cx="8724900" cy="2289175"/>
            </a:xfrm>
            <a:prstGeom xmlns:a="http://schemas.openxmlformats.org/drawingml/2006/main" prst="roundRect">
              <a:avLst>
                <a:gd name="adj" fmla="val 9986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6" name="C09-1--nested-title--16">
              <a:extLst xmlns:a="http://schemas.openxmlformats.org/drawingml/2006/main">
                <a:ext uri="{FF2B5EF4-FFF2-40B4-BE49-F238E27FC236}">
                  <a16:creationId xmlns:a16="http://schemas.microsoft.com/office/drawing/2014/main" id="{14F3C305-1BA2-4316-A350-B1BDA005C41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00150" y="5368925"/>
              <a:ext cx="1208833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工作流程</a:t>
              </a:r>
            </a:p>
          </p:txBody>
        </p:sp>
        <p:sp>
          <p:nvSpPr>
            <p:cNvPr id="17" name="C09-1--nested-body--17">
              <a:extLst xmlns:a="http://schemas.openxmlformats.org/drawingml/2006/main">
                <a:ext uri="{FF2B5EF4-FFF2-40B4-BE49-F238E27FC236}">
                  <a16:creationId xmlns:a16="http://schemas.microsoft.com/office/drawing/2014/main" id="{D5DFE418-A598-4E87-AA3E-F2A6C9EDA9D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599483" y="5445125"/>
              <a:ext cx="6811217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定位具体工作环节</a:t>
              </a:r>
            </a:p>
          </p:txBody>
        </p:sp>
        <p:sp>
          <p:nvSpPr>
            <p:cNvPr id="18" name="C09-1--nested-layer--18">
              <a:extLst xmlns:a="http://schemas.openxmlformats.org/drawingml/2006/main">
                <a:ext uri="{FF2B5EF4-FFF2-40B4-BE49-F238E27FC236}">
                  <a16:creationId xmlns:a16="http://schemas.microsoft.com/office/drawing/2014/main" id="{FDF49ECF-FD3D-4C81-85D9-EB9B7834F61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00150" y="6076950"/>
              <a:ext cx="8229600" cy="1162050"/>
            </a:xfrm>
            <a:prstGeom xmlns:a="http://schemas.openxmlformats.org/drawingml/2006/main" prst="roundRect">
              <a:avLst>
                <a:gd name="adj" fmla="val 19672"/>
              </a:avLst>
            </a:prstGeom>
            <a:gradFill xmlns:a="http://schemas.openxmlformats.org/drawingml/2006/main">
              <a:gsLst>
                <a:gs pos="0">
                  <a:srgbClr val="FFB456"/>
                </a:gs>
                <a:gs pos="32000">
                  <a:srgbClr val="FF7800"/>
                </a:gs>
                <a:gs pos="68000">
                  <a:srgbClr val="FF3D12"/>
                </a:gs>
                <a:gs pos="100000">
                  <a:srgbClr val="F21916"/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9" name="C09-1--nested-title--19">
              <a:extLst xmlns:a="http://schemas.openxmlformats.org/drawingml/2006/main">
                <a:ext uri="{FF2B5EF4-FFF2-40B4-BE49-F238E27FC236}">
                  <a16:creationId xmlns:a16="http://schemas.microsoft.com/office/drawing/2014/main" id="{06238177-5051-4E0C-906A-343D0428291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47800" y="6286500"/>
              <a:ext cx="773430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4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4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4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当前任务</a:t>
              </a:r>
            </a:p>
          </p:txBody>
        </p:sp>
        <p:sp>
          <p:nvSpPr>
            <p:cNvPr id="20" name="C09-1--nested-body--20">
              <a:extLst xmlns:a="http://schemas.openxmlformats.org/drawingml/2006/main">
                <a:ext uri="{FF2B5EF4-FFF2-40B4-BE49-F238E27FC236}">
                  <a16:creationId xmlns:a16="http://schemas.microsoft.com/office/drawing/2014/main" id="{A090291D-722E-415F-A090-ED87A967516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47800" y="6772275"/>
              <a:ext cx="773430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5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聚焦本页需要解释的对象</a:t>
              </a:r>
            </a:p>
          </p:txBody>
        </p:sp>
      </p:grpSp>
      <p:grpSp>
        <p:nvGrpSpPr>
          <p:cNvPr id="33" name="C11-1"/>
          <p:cNvGrpSpPr/>
          <p:nvPr/>
        </p:nvGrpSpPr>
        <p:grpSpPr>
          <a:xfrm xmlns:a="http://schemas.openxmlformats.org/drawingml/2006/main">
            <a:off x="10648950" y="3476625"/>
            <a:ext cx="4819650" cy="3695700"/>
            <a:chOff x="10648950" y="3476625"/>
            <a:chExt cx="4819650" cy="3695700"/>
          </a:xfrm>
        </p:grpSpPr>
        <p:sp>
          <p:nvSpPr>
            <p:cNvPr id="21" name="C11-1--evidence-surface--21">
              <a:extLst xmlns:a="http://schemas.openxmlformats.org/drawingml/2006/main">
                <a:ext uri="{FF2B5EF4-FFF2-40B4-BE49-F238E27FC236}">
                  <a16:creationId xmlns:a16="http://schemas.microsoft.com/office/drawing/2014/main" id="{4B402FB7-D125-4B5C-8EF5-0512BDEE755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48950" y="3476625"/>
              <a:ext cx="4819650" cy="3695700"/>
            </a:xfrm>
            <a:prstGeom xmlns:a="http://schemas.openxmlformats.org/drawingml/2006/main" prst="roundRect">
              <a:avLst>
                <a:gd name="adj" fmla="val 6186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22" name="C11-1--evidence-anchor--22">
              <a:extLst xmlns:a="http://schemas.openxmlformats.org/drawingml/2006/main">
                <a:ext uri="{FF2B5EF4-FFF2-40B4-BE49-F238E27FC236}">
                  <a16:creationId xmlns:a16="http://schemas.microsoft.com/office/drawing/2014/main" id="{E554215E-EAD3-46D2-99AF-5E3172BC693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87075" y="3752850"/>
              <a:ext cx="438150" cy="4381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131313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3" name="C11-1--evidence-number--23">
              <a:extLst xmlns:a="http://schemas.openxmlformats.org/drawingml/2006/main">
                <a:ext uri="{FF2B5EF4-FFF2-40B4-BE49-F238E27FC236}">
                  <a16:creationId xmlns:a16="http://schemas.microsoft.com/office/drawing/2014/main" id="{098B4CDF-09CA-4333-87B3-F924336E4D5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925175" y="3848100"/>
              <a:ext cx="361950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4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4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4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24" name="C11-1--evidence-claim--24">
              <a:extLst xmlns:a="http://schemas.openxmlformats.org/drawingml/2006/main">
                <a:ext uri="{FF2B5EF4-FFF2-40B4-BE49-F238E27FC236}">
                  <a16:creationId xmlns:a16="http://schemas.microsoft.com/office/drawing/2014/main" id="{BD0FE6CA-0B83-43E8-BDFB-382FF2CE6A3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515725" y="3743325"/>
              <a:ext cx="3676650" cy="723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层级由内容关系定义</a:t>
              </a:r>
            </a:p>
          </p:txBody>
        </p:sp>
        <p:sp>
          <p:nvSpPr>
            <p:cNvPr id="25" name="C11-1--evidence-separator--25">
              <a:extLst xmlns:a="http://schemas.openxmlformats.org/drawingml/2006/main">
                <a:ext uri="{FF2B5EF4-FFF2-40B4-BE49-F238E27FC236}">
                  <a16:creationId xmlns:a16="http://schemas.microsoft.com/office/drawing/2014/main" id="{E654B970-3784-4174-9A07-F09DB8D71C7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10925175" y="4648200"/>
              <a:ext cx="42672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26" name="C11-1--evidence-basis-label--26">
              <a:extLst xmlns:a="http://schemas.openxmlformats.org/drawingml/2006/main">
                <a:ext uri="{FF2B5EF4-FFF2-40B4-BE49-F238E27FC236}">
                  <a16:creationId xmlns:a16="http://schemas.microsoft.com/office/drawing/2014/main" id="{54A8D114-CBB1-4C69-8F58-7F3F9976027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925175" y="4867275"/>
              <a:ext cx="6096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42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42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42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口径</a:t>
              </a:r>
            </a:p>
          </p:txBody>
        </p:sp>
        <p:sp>
          <p:nvSpPr>
            <p:cNvPr id="27" name="C11-1--evidence-basis--27">
              <a:extLst xmlns:a="http://schemas.openxmlformats.org/drawingml/2006/main">
                <a:ext uri="{FF2B5EF4-FFF2-40B4-BE49-F238E27FC236}">
                  <a16:creationId xmlns:a16="http://schemas.microsoft.com/office/drawing/2014/main" id="{3D39ABEF-1ECE-466D-89A1-697B22F26AE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696700" y="4829175"/>
              <a:ext cx="3486150" cy="1504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只有真实包含关系才适合嵌套。各</a:t>
              </a:r>
            </a:p>
            <a:p xmlns:a="http://schemas.openxmlformats.org/drawingml/2006/main">
              <a:pPr algn="l">
                <a:def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层标题与说明保持实色，不随玻璃</a:t>
              </a:r>
            </a:p>
            <a:p xmlns:a="http://schemas.openxmlformats.org/drawingml/2006/main">
              <a:pPr algn="l">
                <a:def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表面变淡。</a:t>
              </a:r>
            </a:p>
          </p:txBody>
        </p:sp>
        <p:sp>
          <p:nvSpPr>
            <p:cNvPr id="28" name="C11-1--evidence-source--28">
              <a:extLst xmlns:a="http://schemas.openxmlformats.org/drawingml/2006/main">
                <a:ext uri="{FF2B5EF4-FFF2-40B4-BE49-F238E27FC236}">
                  <a16:creationId xmlns:a16="http://schemas.microsoft.com/office/drawing/2014/main" id="{0F3B6521-E1C8-47D2-86C3-9D471D123D9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925175" y="6562725"/>
              <a:ext cx="4267200" cy="4095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3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3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3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来源：通用结构示意</a:t>
              </a:r>
            </a:p>
          </p:txBody>
        </p:sp>
      </p:grpSp>
      <p:sp>
        <p:nvSpPr>
          <p:cNvPr id="29" name="chrome--footer-rule--29">
            <a:extLst xmlns:a="http://schemas.openxmlformats.org/drawingml/2006/main">
              <a:ext uri="{FF2B5EF4-FFF2-40B4-BE49-F238E27FC236}">
                <a16:creationId xmlns:a16="http://schemas.microsoft.com/office/drawing/2014/main" id="{F49ED891-235D-4C08-BCB3-E3463777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30" name="chrome--footer--30">
            <a:extLst xmlns:a="http://schemas.openxmlformats.org/drawingml/2006/main">
              <a:ext uri="{FF2B5EF4-FFF2-40B4-BE49-F238E27FC236}">
                <a16:creationId xmlns:a16="http://schemas.microsoft.com/office/drawing/2014/main" id="{4DFF4A47-FDFB-4EB9-B2D6-3826CF3E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使用方式：支持二至四层。层级和名称可以修改，视觉重点不等同于业务优先级或完成状态。</a:t>
            </a:r>
          </a:p>
        </p:txBody>
      </p:sp>
    </p:spTree>
    <p:extLst>
      <p:ext uri="{BB962C8B-B14F-4D97-AF65-F5344CB8AC3E}">
        <p14:creationId xmlns:p14="http://schemas.microsoft.com/office/powerpoint/2010/main" val="6647372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EC745123-D2F5-4C61-A13D-24455B82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22518EF3-F84D-4172-989D-258E744B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FAEFF2FE-6C48-46C0-B355-6562EBF2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3F3666BB-0343-4C81-A0AD-9558CD81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158E1BBF-8D0C-41E6-8F0B-176AAC49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C10 / 通用组件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C6257D60-AC66-4DEA-A97A-85DF9A08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分层</a:t>
            </a:r>
          </a:p>
        </p:txBody>
      </p:sp>
      <p:sp>
        <p:nvSpPr>
          <p:cNvPr id="7" name="chrome--page-title--7">
            <a:extLst xmlns:a="http://schemas.openxmlformats.org/drawingml/2006/main">
              <a:ext uri="{FF2B5EF4-FFF2-40B4-BE49-F238E27FC236}">
                <a16:creationId xmlns:a16="http://schemas.microsoft.com/office/drawing/2014/main" id="{73FAE21A-18B4-415F-9BD0-2D976EA9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471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架构</a:t>
            </a:r>
          </a:p>
        </p:txBody>
      </p:sp>
      <p:sp>
        <p:nvSpPr>
          <p:cNvPr id="8" name="chrome--page-subtitle--8">
            <a:extLst xmlns:a="http://schemas.openxmlformats.org/drawingml/2006/main">
              <a:ext uri="{FF2B5EF4-FFF2-40B4-BE49-F238E27FC236}">
                <a16:creationId xmlns:a16="http://schemas.microsoft.com/office/drawing/2014/main" id="{EAD7647B-061F-42B6-B119-9DD0515D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以横向分层表达不同职责，模块与层标题均保留独立编辑能力。</a:t>
            </a:r>
          </a:p>
        </p:txBody>
      </p:sp>
      <p:grpSp>
        <p:nvGrpSpPr>
          <p:cNvPr id="39" name="C10-1"/>
          <p:cNvGrpSpPr/>
          <p:nvPr/>
        </p:nvGrpSpPr>
        <p:grpSpPr>
          <a:xfrm xmlns:a="http://schemas.openxmlformats.org/drawingml/2006/main">
            <a:off x="457200" y="3400425"/>
            <a:ext cx="15011400" cy="4286250"/>
            <a:chOff x="457200" y="3400425"/>
            <a:chExt cx="15011400" cy="4286250"/>
          </a:xfrm>
        </p:grpSpPr>
        <p:sp>
          <p:nvSpPr>
            <p:cNvPr id="9" name="C10-1--architecture-layer--9">
              <a:extLst xmlns:a="http://schemas.openxmlformats.org/drawingml/2006/main">
                <a:ext uri="{FF2B5EF4-FFF2-40B4-BE49-F238E27FC236}">
                  <a16:creationId xmlns:a16="http://schemas.microsoft.com/office/drawing/2014/main" id="{0ED37C46-C661-41F6-8543-2BB7290E22A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400425"/>
              <a:ext cx="15011400" cy="1314450"/>
            </a:xfrm>
            <a:prstGeom xmlns:a="http://schemas.openxmlformats.org/drawingml/2006/main" prst="roundRect">
              <a:avLst>
                <a:gd name="adj" fmla="val 14493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0" name="C10-1--architecture-label--10">
              <a:extLst xmlns:a="http://schemas.openxmlformats.org/drawingml/2006/main">
                <a:ext uri="{FF2B5EF4-FFF2-40B4-BE49-F238E27FC236}">
                  <a16:creationId xmlns:a16="http://schemas.microsoft.com/office/drawing/2014/main" id="{833A8134-B293-4B87-B97C-B32275E13DE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400425"/>
              <a:ext cx="2190750" cy="1314450"/>
            </a:xfrm>
            <a:prstGeom xmlns:a="http://schemas.openxmlformats.org/drawingml/2006/main" prst="roundRect">
              <a:avLst>
                <a:gd name="adj" fmla="val 14493"/>
              </a:avLst>
            </a:prstGeom>
            <a:solidFill xmlns:a="http://schemas.openxmlformats.org/drawingml/2006/main">
              <a:srgbClr val="FFFFFF">
                <a:alpha val="65000"/>
              </a:srgbClr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1" name="C10-1--architecture-layer-title--11">
              <a:extLst xmlns:a="http://schemas.openxmlformats.org/drawingml/2006/main">
                <a:ext uri="{FF2B5EF4-FFF2-40B4-BE49-F238E27FC236}">
                  <a16:creationId xmlns:a16="http://schemas.microsoft.com/office/drawing/2014/main" id="{E0D5CE0D-6F19-48F1-BC04-40884EA50B5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3857625"/>
              <a:ext cx="173355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02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02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使用场景</a:t>
              </a:r>
            </a:p>
          </p:txBody>
        </p:sp>
        <p:sp>
          <p:nvSpPr>
            <p:cNvPr id="12" name="C10-1--architecture-module--12">
              <a:extLst xmlns:a="http://schemas.openxmlformats.org/drawingml/2006/main">
                <a:ext uri="{FF2B5EF4-FFF2-40B4-BE49-F238E27FC236}">
                  <a16:creationId xmlns:a16="http://schemas.microsoft.com/office/drawing/2014/main" id="{9D99034D-24DA-4E97-8465-920E587DB7B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76550" y="3571875"/>
              <a:ext cx="4019550" cy="971550"/>
            </a:xfrm>
            <a:prstGeom xmlns:a="http://schemas.openxmlformats.org/drawingml/2006/main" prst="roundRect">
              <a:avLst>
                <a:gd name="adj" fmla="val 13725"/>
              </a:avLst>
            </a:prstGeom>
            <a:solidFill xmlns:a="http://schemas.openxmlformats.org/drawingml/2006/main">
              <a:srgbClr val="FFFFFF">
                <a:alpha val="65000"/>
              </a:srgbClr>
            </a:solidFill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13" name="C10-1--architecture-module-text--13">
              <a:extLst xmlns:a="http://schemas.openxmlformats.org/drawingml/2006/main">
                <a:ext uri="{FF2B5EF4-FFF2-40B4-BE49-F238E27FC236}">
                  <a16:creationId xmlns:a16="http://schemas.microsoft.com/office/drawing/2014/main" id="{A8A97646-3B1C-474F-8E7A-F1948833125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28950" y="3886200"/>
              <a:ext cx="3714750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材料归纳</a:t>
              </a:r>
            </a:p>
          </p:txBody>
        </p:sp>
        <p:sp>
          <p:nvSpPr>
            <p:cNvPr id="14" name="C10-1--architecture-module--14">
              <a:extLst xmlns:a="http://schemas.openxmlformats.org/drawingml/2006/main">
                <a:ext uri="{FF2B5EF4-FFF2-40B4-BE49-F238E27FC236}">
                  <a16:creationId xmlns:a16="http://schemas.microsoft.com/office/drawing/2014/main" id="{86624BA3-3B0B-4EC2-8938-EC2048056E7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67550" y="3571875"/>
              <a:ext cx="4019550" cy="971550"/>
            </a:xfrm>
            <a:prstGeom xmlns:a="http://schemas.openxmlformats.org/drawingml/2006/main" prst="roundRect">
              <a:avLst>
                <a:gd name="adj" fmla="val 13725"/>
              </a:avLst>
            </a:prstGeom>
            <a:solidFill xmlns:a="http://schemas.openxmlformats.org/drawingml/2006/main">
              <a:srgbClr val="FFFFFF">
                <a:alpha val="65000"/>
              </a:srgbClr>
            </a:solidFill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15" name="C10-1--architecture-module-text--15">
              <a:extLst xmlns:a="http://schemas.openxmlformats.org/drawingml/2006/main">
                <a:ext uri="{FF2B5EF4-FFF2-40B4-BE49-F238E27FC236}">
                  <a16:creationId xmlns:a16="http://schemas.microsoft.com/office/drawing/2014/main" id="{D0F9C1BB-E1B4-4A7C-A24E-DF23555D699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19950" y="3886200"/>
              <a:ext cx="3714750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协同编写</a:t>
              </a:r>
            </a:p>
          </p:txBody>
        </p:sp>
        <p:sp>
          <p:nvSpPr>
            <p:cNvPr id="16" name="C10-1--architecture-module--16">
              <a:extLst xmlns:a="http://schemas.openxmlformats.org/drawingml/2006/main">
                <a:ext uri="{FF2B5EF4-FFF2-40B4-BE49-F238E27FC236}">
                  <a16:creationId xmlns:a16="http://schemas.microsoft.com/office/drawing/2014/main" id="{6A96E253-4363-48E8-AFA8-E8D367D910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258550" y="3571875"/>
              <a:ext cx="4019550" cy="971550"/>
            </a:xfrm>
            <a:prstGeom xmlns:a="http://schemas.openxmlformats.org/drawingml/2006/main" prst="roundRect">
              <a:avLst>
                <a:gd name="adj" fmla="val 13725"/>
              </a:avLst>
            </a:prstGeom>
            <a:solidFill xmlns:a="http://schemas.openxmlformats.org/drawingml/2006/main">
              <a:srgbClr val="FFFFFF">
                <a:alpha val="65000"/>
              </a:srgbClr>
            </a:solidFill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17" name="C10-1--architecture-module-text--17">
              <a:extLst xmlns:a="http://schemas.openxmlformats.org/drawingml/2006/main">
                <a:ext uri="{FF2B5EF4-FFF2-40B4-BE49-F238E27FC236}">
                  <a16:creationId xmlns:a16="http://schemas.microsoft.com/office/drawing/2014/main" id="{DF515288-0FBE-4A50-BFF4-761AD6987C5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410950" y="3886200"/>
              <a:ext cx="3714750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内容评审</a:t>
              </a:r>
            </a:p>
          </p:txBody>
        </p:sp>
        <p:sp>
          <p:nvSpPr>
            <p:cNvPr id="18" name="C10-1--architecture-layer--18">
              <a:extLst xmlns:a="http://schemas.openxmlformats.org/drawingml/2006/main">
                <a:ext uri="{FF2B5EF4-FFF2-40B4-BE49-F238E27FC236}">
                  <a16:creationId xmlns:a16="http://schemas.microsoft.com/office/drawing/2014/main" id="{85B31AAF-555E-47EC-80F9-C0CC808F121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4886325"/>
              <a:ext cx="15011400" cy="1314450"/>
            </a:xfrm>
            <a:prstGeom xmlns:a="http://schemas.openxmlformats.org/drawingml/2006/main" prst="roundRect">
              <a:avLst>
                <a:gd name="adj" fmla="val 14493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9" name="C10-1--architecture-label--19">
              <a:extLst xmlns:a="http://schemas.openxmlformats.org/drawingml/2006/main">
                <a:ext uri="{FF2B5EF4-FFF2-40B4-BE49-F238E27FC236}">
                  <a16:creationId xmlns:a16="http://schemas.microsoft.com/office/drawing/2014/main" id="{62FE750F-EA8C-4BFD-A932-1ED30BB7EB4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4886325"/>
              <a:ext cx="2190750" cy="1314450"/>
            </a:xfrm>
            <a:prstGeom xmlns:a="http://schemas.openxmlformats.org/drawingml/2006/main" prst="roundRect">
              <a:avLst>
                <a:gd name="adj" fmla="val 14493"/>
              </a:avLst>
            </a:prstGeom>
            <a:solidFill xmlns:a="http://schemas.openxmlformats.org/drawingml/2006/main">
              <a:srgbClr val="FFFFFF">
                <a:alpha val="65000"/>
              </a:srgbClr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0" name="C10-1--architecture-layer-title--20">
              <a:extLst xmlns:a="http://schemas.openxmlformats.org/drawingml/2006/main">
                <a:ext uri="{FF2B5EF4-FFF2-40B4-BE49-F238E27FC236}">
                  <a16:creationId xmlns:a16="http://schemas.microsoft.com/office/drawing/2014/main" id="{CAC1DF74-1CD4-40BF-9733-33592EBEE9A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5343525"/>
              <a:ext cx="173355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02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02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工作能力</a:t>
              </a:r>
            </a:p>
          </p:txBody>
        </p:sp>
        <p:sp>
          <p:nvSpPr>
            <p:cNvPr id="21" name="C10-1--architecture-module--21">
              <a:extLst xmlns:a="http://schemas.openxmlformats.org/drawingml/2006/main">
                <a:ext uri="{FF2B5EF4-FFF2-40B4-BE49-F238E27FC236}">
                  <a16:creationId xmlns:a16="http://schemas.microsoft.com/office/drawing/2014/main" id="{AECFBB33-3A61-4D19-A376-A336E80C296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76550" y="5057775"/>
              <a:ext cx="4019550" cy="971550"/>
            </a:xfrm>
            <a:prstGeom xmlns:a="http://schemas.openxmlformats.org/drawingml/2006/main" prst="roundRect">
              <a:avLst>
                <a:gd name="adj" fmla="val 13725"/>
              </a:avLst>
            </a:prstGeom>
            <a:solidFill xmlns:a="http://schemas.openxmlformats.org/drawingml/2006/main">
              <a:srgbClr val="FFFFFF">
                <a:alpha val="65000"/>
              </a:srgbClr>
            </a:solidFill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22" name="C10-1--architecture-module-text--22">
              <a:extLst xmlns:a="http://schemas.openxmlformats.org/drawingml/2006/main">
                <a:ext uri="{FF2B5EF4-FFF2-40B4-BE49-F238E27FC236}">
                  <a16:creationId xmlns:a16="http://schemas.microsoft.com/office/drawing/2014/main" id="{6CF3BE7F-9148-4FC6-B619-26784A3FDC3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28950" y="5372100"/>
              <a:ext cx="3714750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任务组织</a:t>
              </a:r>
            </a:p>
          </p:txBody>
        </p:sp>
        <p:sp>
          <p:nvSpPr>
            <p:cNvPr id="23" name="C10-1--architecture-module--23">
              <a:extLst xmlns:a="http://schemas.openxmlformats.org/drawingml/2006/main">
                <a:ext uri="{FF2B5EF4-FFF2-40B4-BE49-F238E27FC236}">
                  <a16:creationId xmlns:a16="http://schemas.microsoft.com/office/drawing/2014/main" id="{0AA4F5ED-6B48-4F70-8DEE-1AD4F26E1F0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67550" y="5057775"/>
              <a:ext cx="4019550" cy="971550"/>
            </a:xfrm>
            <a:prstGeom xmlns:a="http://schemas.openxmlformats.org/drawingml/2006/main" prst="roundRect">
              <a:avLst>
                <a:gd name="adj" fmla="val 13725"/>
              </a:avLst>
            </a:prstGeom>
            <a:solidFill xmlns:a="http://schemas.openxmlformats.org/drawingml/2006/main">
              <a:srgbClr val="FFFFFF">
                <a:alpha val="65000"/>
              </a:srgbClr>
            </a:solidFill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24" name="C10-1--architecture-module-text--24">
              <a:extLst xmlns:a="http://schemas.openxmlformats.org/drawingml/2006/main">
                <a:ext uri="{FF2B5EF4-FFF2-40B4-BE49-F238E27FC236}">
                  <a16:creationId xmlns:a16="http://schemas.microsoft.com/office/drawing/2014/main" id="{FB15CE4F-D0C9-4939-A744-1A5B3B865B4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19950" y="5372100"/>
              <a:ext cx="3714750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知识检索</a:t>
              </a:r>
            </a:p>
          </p:txBody>
        </p:sp>
        <p:sp>
          <p:nvSpPr>
            <p:cNvPr id="25" name="C10-1--architecture-module--25">
              <a:extLst xmlns:a="http://schemas.openxmlformats.org/drawingml/2006/main">
                <a:ext uri="{FF2B5EF4-FFF2-40B4-BE49-F238E27FC236}">
                  <a16:creationId xmlns:a16="http://schemas.microsoft.com/office/drawing/2014/main" id="{8AFB1D30-A3E4-4066-A51D-8495BBD2666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258550" y="5057775"/>
              <a:ext cx="4019550" cy="971550"/>
            </a:xfrm>
            <a:prstGeom xmlns:a="http://schemas.openxmlformats.org/drawingml/2006/main" prst="roundRect">
              <a:avLst>
                <a:gd name="adj" fmla="val 13725"/>
              </a:avLst>
            </a:prstGeom>
            <a:solidFill xmlns:a="http://schemas.openxmlformats.org/drawingml/2006/main">
              <a:srgbClr val="FFFFFF">
                <a:alpha val="65000"/>
              </a:srgbClr>
            </a:solidFill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26" name="C10-1--architecture-module-text--26">
              <a:extLst xmlns:a="http://schemas.openxmlformats.org/drawingml/2006/main">
                <a:ext uri="{FF2B5EF4-FFF2-40B4-BE49-F238E27FC236}">
                  <a16:creationId xmlns:a16="http://schemas.microsoft.com/office/drawing/2014/main" id="{DD68487F-DF61-4006-AC97-85A1F1C152A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410950" y="5372100"/>
              <a:ext cx="3714750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质量检查</a:t>
              </a:r>
            </a:p>
          </p:txBody>
        </p:sp>
        <p:sp>
          <p:nvSpPr>
            <p:cNvPr id="27" name="C10-1--architecture-layer--27">
              <a:extLst xmlns:a="http://schemas.openxmlformats.org/drawingml/2006/main">
                <a:ext uri="{FF2B5EF4-FFF2-40B4-BE49-F238E27FC236}">
                  <a16:creationId xmlns:a16="http://schemas.microsoft.com/office/drawing/2014/main" id="{837AEA4A-2898-4058-8F11-5B93BD999D6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6372225"/>
              <a:ext cx="15011400" cy="1314450"/>
            </a:xfrm>
            <a:prstGeom xmlns:a="http://schemas.openxmlformats.org/drawingml/2006/main" prst="roundRect">
              <a:avLst>
                <a:gd name="adj" fmla="val 14493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28" name="C10-1--architecture-label--28">
              <a:extLst xmlns:a="http://schemas.openxmlformats.org/drawingml/2006/main">
                <a:ext uri="{FF2B5EF4-FFF2-40B4-BE49-F238E27FC236}">
                  <a16:creationId xmlns:a16="http://schemas.microsoft.com/office/drawing/2014/main" id="{2A846762-AEF4-4BBB-82BD-F0C842A9EDE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6372225"/>
              <a:ext cx="2190750" cy="1314450"/>
            </a:xfrm>
            <a:prstGeom xmlns:a="http://schemas.openxmlformats.org/drawingml/2006/main" prst="roundRect">
              <a:avLst>
                <a:gd name="adj" fmla="val 14493"/>
              </a:avLst>
            </a:prstGeom>
            <a:gradFill xmlns:a="http://schemas.openxmlformats.org/drawingml/2006/main">
              <a:gsLst>
                <a:gs pos="0">
                  <a:srgbClr val="FF7800"/>
                </a:gs>
                <a:gs pos="30000">
                  <a:srgbClr val="FF5000"/>
                </a:gs>
                <a:gs pos="60000">
                  <a:srgbClr val="FF2600"/>
                </a:gs>
                <a:gs pos="80000">
                  <a:srgbClr val="ED1006"/>
                </a:gs>
                <a:gs pos="100000">
                  <a:srgbClr val="D90404"/>
                </a:gs>
              </a:gsLst>
              <a:lin ang="0"/>
            </a:gra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9" name="C10-1--architecture-layer-title--29">
              <a:extLst xmlns:a="http://schemas.openxmlformats.org/drawingml/2006/main">
                <a:ext uri="{FF2B5EF4-FFF2-40B4-BE49-F238E27FC236}">
                  <a16:creationId xmlns:a16="http://schemas.microsoft.com/office/drawing/2014/main" id="{36C33C35-CE98-48F1-A9F6-BB16A0AD870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6829425"/>
              <a:ext cx="173355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基础支撑</a:t>
              </a:r>
            </a:p>
          </p:txBody>
        </p:sp>
        <p:sp>
          <p:nvSpPr>
            <p:cNvPr id="30" name="C10-1--architecture-module--30">
              <a:extLst xmlns:a="http://schemas.openxmlformats.org/drawingml/2006/main">
                <a:ext uri="{FF2B5EF4-FFF2-40B4-BE49-F238E27FC236}">
                  <a16:creationId xmlns:a16="http://schemas.microsoft.com/office/drawing/2014/main" id="{CB883FB0-473B-42E7-8CFA-CD0A6910A0C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76550" y="6543675"/>
              <a:ext cx="4019550" cy="971550"/>
            </a:xfrm>
            <a:prstGeom xmlns:a="http://schemas.openxmlformats.org/drawingml/2006/main" prst="roundRect">
              <a:avLst>
                <a:gd name="adj" fmla="val 13725"/>
              </a:avLst>
            </a:prstGeom>
            <a:solidFill xmlns:a="http://schemas.openxmlformats.org/drawingml/2006/main">
              <a:srgbClr val="FFFFFF">
                <a:alpha val="65000"/>
              </a:srgbClr>
            </a:solidFill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31" name="C10-1--architecture-module-text--31">
              <a:extLst xmlns:a="http://schemas.openxmlformats.org/drawingml/2006/main">
                <a:ext uri="{FF2B5EF4-FFF2-40B4-BE49-F238E27FC236}">
                  <a16:creationId xmlns:a16="http://schemas.microsoft.com/office/drawing/2014/main" id="{A901A773-D306-4443-B7DC-E976A0F3372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28950" y="6858000"/>
              <a:ext cx="3714750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权限与数据边界</a:t>
              </a:r>
            </a:p>
          </p:txBody>
        </p:sp>
        <p:sp>
          <p:nvSpPr>
            <p:cNvPr id="32" name="C10-1--architecture-module--32">
              <a:extLst xmlns:a="http://schemas.openxmlformats.org/drawingml/2006/main">
                <a:ext uri="{FF2B5EF4-FFF2-40B4-BE49-F238E27FC236}">
                  <a16:creationId xmlns:a16="http://schemas.microsoft.com/office/drawing/2014/main" id="{DDF4A32E-508F-4589-9DD9-A3F57AE34EE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67550" y="6543675"/>
              <a:ext cx="4019550" cy="971550"/>
            </a:xfrm>
            <a:prstGeom xmlns:a="http://schemas.openxmlformats.org/drawingml/2006/main" prst="roundRect">
              <a:avLst>
                <a:gd name="adj" fmla="val 13725"/>
              </a:avLst>
            </a:prstGeom>
            <a:solidFill xmlns:a="http://schemas.openxmlformats.org/drawingml/2006/main">
              <a:srgbClr val="FFFFFF">
                <a:alpha val="65000"/>
              </a:srgbClr>
            </a:solidFill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33" name="C10-1--architecture-module-text--33">
              <a:extLst xmlns:a="http://schemas.openxmlformats.org/drawingml/2006/main">
                <a:ext uri="{FF2B5EF4-FFF2-40B4-BE49-F238E27FC236}">
                  <a16:creationId xmlns:a16="http://schemas.microsoft.com/office/drawing/2014/main" id="{9D61DE30-2AD8-43C1-A198-FCF50B620EE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19950" y="6858000"/>
              <a:ext cx="3714750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审计与版本记录</a:t>
              </a:r>
            </a:p>
          </p:txBody>
        </p:sp>
        <p:sp>
          <p:nvSpPr>
            <p:cNvPr id="34" name="C10-1--architecture-module--34">
              <a:extLst xmlns:a="http://schemas.openxmlformats.org/drawingml/2006/main">
                <a:ext uri="{FF2B5EF4-FFF2-40B4-BE49-F238E27FC236}">
                  <a16:creationId xmlns:a16="http://schemas.microsoft.com/office/drawing/2014/main" id="{8779917F-75D7-47FD-9A20-5DB8424E172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258550" y="6543675"/>
              <a:ext cx="4019550" cy="971550"/>
            </a:xfrm>
            <a:prstGeom xmlns:a="http://schemas.openxmlformats.org/drawingml/2006/main" prst="roundRect">
              <a:avLst>
                <a:gd name="adj" fmla="val 13725"/>
              </a:avLst>
            </a:prstGeom>
            <a:solidFill xmlns:a="http://schemas.openxmlformats.org/drawingml/2006/main">
              <a:srgbClr val="FFFFFF">
                <a:alpha val="65000"/>
              </a:srgbClr>
            </a:solidFill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35" name="C10-1--architecture-module-text--35">
              <a:extLst xmlns:a="http://schemas.openxmlformats.org/drawingml/2006/main">
                <a:ext uri="{FF2B5EF4-FFF2-40B4-BE49-F238E27FC236}">
                  <a16:creationId xmlns:a16="http://schemas.microsoft.com/office/drawing/2014/main" id="{4C8AA4DF-5A41-4198-8A35-660A5805DE0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410950" y="6858000"/>
              <a:ext cx="3714750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模型与工具服务</a:t>
              </a:r>
            </a:p>
          </p:txBody>
        </p:sp>
      </p:grpSp>
      <p:sp>
        <p:nvSpPr>
          <p:cNvPr id="36" name="chrome--footer-rule--36">
            <a:extLst xmlns:a="http://schemas.openxmlformats.org/drawingml/2006/main">
              <a:ext uri="{FF2B5EF4-FFF2-40B4-BE49-F238E27FC236}">
                <a16:creationId xmlns:a16="http://schemas.microsoft.com/office/drawing/2014/main" id="{5175AD70-ACA1-4C11-8146-2B68574D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37" name="chrome--footer--37">
            <a:extLst xmlns:a="http://schemas.openxmlformats.org/drawingml/2006/main">
              <a:ext uri="{FF2B5EF4-FFF2-40B4-BE49-F238E27FC236}">
                <a16:creationId xmlns:a16="http://schemas.microsoft.com/office/drawing/2014/main" id="{B6551774-544A-4474-9FEE-A4436EFB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使用方式：支持三至四层、每层二至四个模块。用于职责分层，不把无关能力简单堆叠为架构。</a:t>
            </a:r>
          </a:p>
        </p:txBody>
      </p:sp>
    </p:spTree>
    <p:extLst>
      <p:ext uri="{BB962C8B-B14F-4D97-AF65-F5344CB8AC3E}">
        <p14:creationId xmlns:p14="http://schemas.microsoft.com/office/powerpoint/2010/main" val="10927413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D3566C82-B1E1-459E-BF0A-BE17946F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A99D7240-32E5-4D54-B24B-E6461E28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0F4585E1-4CDB-42DB-BDB8-DB51BABE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9030E541-594F-4E0D-ADBB-83E2D955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2B67B258-4359-47FD-B159-1795574C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C11 / 通用组件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7E81459C-016C-460D-A192-5A161FF3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7" name="chrome--page-title--7">
            <a:extLst xmlns:a="http://schemas.openxmlformats.org/drawingml/2006/main">
              <a:ext uri="{FF2B5EF4-FFF2-40B4-BE49-F238E27FC236}">
                <a16:creationId xmlns:a16="http://schemas.microsoft.com/office/drawing/2014/main" id="{C8508B6C-4F4B-4ED3-B68D-A8DFB7E1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471" y="1676400"/>
            <a:ext cx="3074489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与来源标注</a:t>
            </a:r>
          </a:p>
        </p:txBody>
      </p:sp>
      <p:sp>
        <p:nvSpPr>
          <p:cNvPr id="8" name="chrome--page-subtitle--8">
            <a:extLst xmlns:a="http://schemas.openxmlformats.org/drawingml/2006/main">
              <a:ext uri="{FF2B5EF4-FFF2-40B4-BE49-F238E27FC236}">
                <a16:creationId xmlns:a16="http://schemas.microsoft.com/office/drawing/2014/main" id="{DE8DAC7E-0443-469A-B6AA-EDDA1417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事实、统计口径和材料来源保持邻近，帮助听众判断结论成立的范围。</a:t>
            </a:r>
          </a:p>
        </p:txBody>
      </p:sp>
      <p:grpSp>
        <p:nvGrpSpPr>
          <p:cNvPr id="28" name="C11-1"/>
          <p:cNvGrpSpPr/>
          <p:nvPr/>
        </p:nvGrpSpPr>
        <p:grpSpPr>
          <a:xfrm xmlns:a="http://schemas.openxmlformats.org/drawingml/2006/main">
            <a:off x="457200" y="3371850"/>
            <a:ext cx="7258050" cy="4324350"/>
            <a:chOff x="457200" y="3371850"/>
            <a:chExt cx="7258050" cy="4324350"/>
          </a:xfrm>
        </p:grpSpPr>
        <p:sp>
          <p:nvSpPr>
            <p:cNvPr id="9" name="C11-1--evidence-surface--9">
              <a:extLst xmlns:a="http://schemas.openxmlformats.org/drawingml/2006/main">
                <a:ext uri="{FF2B5EF4-FFF2-40B4-BE49-F238E27FC236}">
                  <a16:creationId xmlns:a16="http://schemas.microsoft.com/office/drawing/2014/main" id="{76C827E8-C4E6-457F-B01F-1B17305E416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371850"/>
              <a:ext cx="7258050" cy="4324350"/>
            </a:xfrm>
            <a:prstGeom xmlns:a="http://schemas.openxmlformats.org/drawingml/2006/main" prst="roundRect">
              <a:avLst>
                <a:gd name="adj" fmla="val 5286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0" name="C11-1--evidence-anchor--10">
              <a:extLst xmlns:a="http://schemas.openxmlformats.org/drawingml/2006/main">
                <a:ext uri="{FF2B5EF4-FFF2-40B4-BE49-F238E27FC236}">
                  <a16:creationId xmlns:a16="http://schemas.microsoft.com/office/drawing/2014/main" id="{C476AED1-224C-4802-90ED-0B28FECB832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5325" y="3648075"/>
              <a:ext cx="438150" cy="4381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131313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1" name="C11-1--evidence-number--11">
              <a:extLst xmlns:a="http://schemas.openxmlformats.org/drawingml/2006/main">
                <a:ext uri="{FF2B5EF4-FFF2-40B4-BE49-F238E27FC236}">
                  <a16:creationId xmlns:a16="http://schemas.microsoft.com/office/drawing/2014/main" id="{CA2892BD-94C5-45C3-812A-63E976F6576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33425" y="3743325"/>
              <a:ext cx="361950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4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4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4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12" name="C11-1--evidence-claim--12">
              <a:extLst xmlns:a="http://schemas.openxmlformats.org/drawingml/2006/main">
                <a:ext uri="{FF2B5EF4-FFF2-40B4-BE49-F238E27FC236}">
                  <a16:creationId xmlns:a16="http://schemas.microsoft.com/office/drawing/2014/main" id="{E4775603-3EDD-468B-9530-DBE6A6243CB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23975" y="3638550"/>
              <a:ext cx="6115050" cy="723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结果需要连同口径呈现</a:t>
              </a:r>
            </a:p>
          </p:txBody>
        </p:sp>
        <p:sp>
          <p:nvSpPr>
            <p:cNvPr id="13" name="C11-1--evidence-separator--13">
              <a:extLst xmlns:a="http://schemas.openxmlformats.org/drawingml/2006/main">
                <a:ext uri="{FF2B5EF4-FFF2-40B4-BE49-F238E27FC236}">
                  <a16:creationId xmlns:a16="http://schemas.microsoft.com/office/drawing/2014/main" id="{7F86D193-C7B2-4C4D-AF56-18B619268F9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733425" y="4543425"/>
              <a:ext cx="67056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14" name="C11-1--evidence-basis-label--14">
              <a:extLst xmlns:a="http://schemas.openxmlformats.org/drawingml/2006/main">
                <a:ext uri="{FF2B5EF4-FFF2-40B4-BE49-F238E27FC236}">
                  <a16:creationId xmlns:a16="http://schemas.microsoft.com/office/drawing/2014/main" id="{2F4C1036-0D6E-4504-ABF8-8B47B750077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33425" y="4762500"/>
              <a:ext cx="6096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42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42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42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口径</a:t>
              </a:r>
            </a:p>
          </p:txBody>
        </p:sp>
        <p:sp>
          <p:nvSpPr>
            <p:cNvPr id="15" name="C11-1--evidence-basis--15">
              <a:extLst xmlns:a="http://schemas.openxmlformats.org/drawingml/2006/main">
                <a:ext uri="{FF2B5EF4-FFF2-40B4-BE49-F238E27FC236}">
                  <a16:creationId xmlns:a16="http://schemas.microsoft.com/office/drawing/2014/main" id="{77D70390-FC39-474E-B5D9-B5950DB6572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04950" y="4724400"/>
              <a:ext cx="5924550" cy="2133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记录统计时段、样本范围与比较基线，避免将目标、预期和</a:t>
              </a:r>
            </a:p>
            <a:p xmlns:a="http://schemas.openxmlformats.org/drawingml/2006/main">
              <a:pPr algn="l">
                <a:def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实际成果混在一起。</a:t>
              </a:r>
            </a:p>
          </p:txBody>
        </p:sp>
        <p:sp>
          <p:nvSpPr>
            <p:cNvPr id="16" name="C11-1--evidence-source--16">
              <a:extLst xmlns:a="http://schemas.openxmlformats.org/drawingml/2006/main">
                <a:ext uri="{FF2B5EF4-FFF2-40B4-BE49-F238E27FC236}">
                  <a16:creationId xmlns:a16="http://schemas.microsoft.com/office/drawing/2014/main" id="{E0E11B7C-0982-4567-9576-C83F413863C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33425" y="7086600"/>
              <a:ext cx="6705600" cy="4095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3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3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3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来源：示例说明，替换为实际记录</a:t>
              </a:r>
            </a:p>
          </p:txBody>
        </p:sp>
      </p:grpSp>
      <p:grpSp>
        <p:nvGrpSpPr>
          <p:cNvPr id="29" name="C11-2"/>
          <p:cNvGrpSpPr/>
          <p:nvPr/>
        </p:nvGrpSpPr>
        <p:grpSpPr>
          <a:xfrm xmlns:a="http://schemas.openxmlformats.org/drawingml/2006/main">
            <a:off x="8210550" y="3371850"/>
            <a:ext cx="7258050" cy="4324350"/>
            <a:chOff x="8210550" y="3371850"/>
            <a:chExt cx="7258050" cy="4324350"/>
          </a:xfrm>
        </p:grpSpPr>
        <p:sp>
          <p:nvSpPr>
            <p:cNvPr id="17" name="C11-2--evidence-surface--17">
              <a:extLst xmlns:a="http://schemas.openxmlformats.org/drawingml/2006/main">
                <a:ext uri="{FF2B5EF4-FFF2-40B4-BE49-F238E27FC236}">
                  <a16:creationId xmlns:a16="http://schemas.microsoft.com/office/drawing/2014/main" id="{0B9EE612-1407-47E7-9F2C-D6B313F84C5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210550" y="3371850"/>
              <a:ext cx="7258050" cy="4324350"/>
            </a:xfrm>
            <a:prstGeom xmlns:a="http://schemas.openxmlformats.org/drawingml/2006/main" prst="roundRect">
              <a:avLst>
                <a:gd name="adj" fmla="val 5286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8" name="C11-2--evidence-anchor--18">
              <a:extLst xmlns:a="http://schemas.openxmlformats.org/drawingml/2006/main">
                <a:ext uri="{FF2B5EF4-FFF2-40B4-BE49-F238E27FC236}">
                  <a16:creationId xmlns:a16="http://schemas.microsoft.com/office/drawing/2014/main" id="{204F5A00-1FE8-439B-8587-A987C02DF9E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48675" y="3648075"/>
              <a:ext cx="438150" cy="4381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131313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9" name="C11-2--evidence-number--19">
              <a:extLst xmlns:a="http://schemas.openxmlformats.org/drawingml/2006/main">
                <a:ext uri="{FF2B5EF4-FFF2-40B4-BE49-F238E27FC236}">
                  <a16:creationId xmlns:a16="http://schemas.microsoft.com/office/drawing/2014/main" id="{0BACF679-F0F3-49CE-B0B2-72CC8EB99D2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86775" y="3743325"/>
              <a:ext cx="361950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4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4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4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20" name="C11-2--evidence-claim--20">
              <a:extLst xmlns:a="http://schemas.openxmlformats.org/drawingml/2006/main">
                <a:ext uri="{FF2B5EF4-FFF2-40B4-BE49-F238E27FC236}">
                  <a16:creationId xmlns:a16="http://schemas.microsoft.com/office/drawing/2014/main" id="{D319A167-19C6-41C2-9318-F975F815ACA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077325" y="3638550"/>
              <a:ext cx="6115050" cy="723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证据不足时保留限制条件</a:t>
              </a:r>
            </a:p>
          </p:txBody>
        </p:sp>
        <p:sp>
          <p:nvSpPr>
            <p:cNvPr id="21" name="C11-2--evidence-separator--21">
              <a:extLst xmlns:a="http://schemas.openxmlformats.org/drawingml/2006/main">
                <a:ext uri="{FF2B5EF4-FFF2-40B4-BE49-F238E27FC236}">
                  <a16:creationId xmlns:a16="http://schemas.microsoft.com/office/drawing/2014/main" id="{F9784BDD-AE63-4A34-AFD4-3B6D767FBC8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8486775" y="4543425"/>
              <a:ext cx="67056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22" name="C11-2--evidence-basis-label--22">
              <a:extLst xmlns:a="http://schemas.openxmlformats.org/drawingml/2006/main">
                <a:ext uri="{FF2B5EF4-FFF2-40B4-BE49-F238E27FC236}">
                  <a16:creationId xmlns:a16="http://schemas.microsoft.com/office/drawing/2014/main" id="{40495A8A-2A12-4B13-BE04-00D57F33E4D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86775" y="4762500"/>
              <a:ext cx="6096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42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42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42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口径</a:t>
              </a:r>
            </a:p>
          </p:txBody>
        </p:sp>
        <p:sp>
          <p:nvSpPr>
            <p:cNvPr id="23" name="C11-2--evidence-basis--23">
              <a:extLst xmlns:a="http://schemas.openxmlformats.org/drawingml/2006/main">
                <a:ext uri="{FF2B5EF4-FFF2-40B4-BE49-F238E27FC236}">
                  <a16:creationId xmlns:a16="http://schemas.microsoft.com/office/drawing/2014/main" id="{9A8A7A1A-BF12-4785-ACFC-AF29F856E32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58300" y="4724400"/>
              <a:ext cx="5924550" cy="2133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标注待确认事项与适用边界，让听众能判断证据支持到哪里，</a:t>
              </a:r>
            </a:p>
            <a:p xmlns:a="http://schemas.openxmlformats.org/drawingml/2006/main">
              <a:pPr algn="l">
                <a:def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以及还有什么需要补充。</a:t>
              </a:r>
            </a:p>
          </p:txBody>
        </p:sp>
        <p:sp>
          <p:nvSpPr>
            <p:cNvPr id="24" name="C11-2--evidence-source--24">
              <a:extLst xmlns:a="http://schemas.openxmlformats.org/drawingml/2006/main">
                <a:ext uri="{FF2B5EF4-FFF2-40B4-BE49-F238E27FC236}">
                  <a16:creationId xmlns:a16="http://schemas.microsoft.com/office/drawing/2014/main" id="{0C4E375B-161E-4C0C-AB28-91B0E8CA31D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86775" y="7086600"/>
              <a:ext cx="6705600" cy="4095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3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3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3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来源：示例说明，替换为实际报告</a:t>
              </a:r>
            </a:p>
          </p:txBody>
        </p:sp>
      </p:grpSp>
      <p:sp>
        <p:nvSpPr>
          <p:cNvPr id="25" name="chrome--footer-rule--25">
            <a:extLst xmlns:a="http://schemas.openxmlformats.org/drawingml/2006/main">
              <a:ext uri="{FF2B5EF4-FFF2-40B4-BE49-F238E27FC236}">
                <a16:creationId xmlns:a16="http://schemas.microsoft.com/office/drawing/2014/main" id="{42818C7E-70C0-4AFD-8101-C30CB6E9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26" name="chrome--footer--26">
            <a:extLst xmlns:a="http://schemas.openxmlformats.org/drawingml/2006/main">
              <a:ext uri="{FF2B5EF4-FFF2-40B4-BE49-F238E27FC236}">
                <a16:creationId xmlns:a16="http://schemas.microsoft.com/office/drawing/2014/main" id="{99AD1CEF-D417-4F7E-9453-3ED4517E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使用方式：来源直接填写实际记录或文档名称，必要时加页码、链接和日期，不填无法核验的出处。</a:t>
            </a:r>
          </a:p>
        </p:txBody>
      </p:sp>
    </p:spTree>
    <p:extLst>
      <p:ext uri="{BB962C8B-B14F-4D97-AF65-F5344CB8AC3E}">
        <p14:creationId xmlns:p14="http://schemas.microsoft.com/office/powerpoint/2010/main" val="926033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D9C11768-D10C-455B-BE33-3AB9C295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DC0BFCAD-C641-4B37-9E20-1D0733EC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89F1C626-FEAC-4A2F-8542-36E6FD34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94EE8227-2459-46D1-90A5-30406E12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EE618546-9FB3-413A-9CA1-17A63373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C12 / 通用组件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1AD0B6B7-8BF4-4FE2-9F1A-3335A5FE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  <p:sp>
        <p:nvSpPr>
          <p:cNvPr id="7" name="chrome--page-title--7">
            <a:extLst xmlns:a="http://schemas.openxmlformats.org/drawingml/2006/main">
              <a:ext uri="{FF2B5EF4-FFF2-40B4-BE49-F238E27FC236}">
                <a16:creationId xmlns:a16="http://schemas.microsoft.com/office/drawing/2014/main" id="{8FF00882-002C-4F19-A8C6-60A5F7CC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471" y="1676400"/>
            <a:ext cx="2469116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与责任表</a:t>
            </a:r>
          </a:p>
        </p:txBody>
      </p:sp>
      <p:sp>
        <p:nvSpPr>
          <p:cNvPr id="8" name="chrome--page-subtitle--8">
            <a:extLst xmlns:a="http://schemas.openxmlformats.org/drawingml/2006/main">
              <a:ext uri="{FF2B5EF4-FFF2-40B4-BE49-F238E27FC236}">
                <a16:creationId xmlns:a16="http://schemas.microsoft.com/office/drawing/2014/main" id="{C67C8DE1-4CE0-41A9-9ABB-6BABA778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用原生表格明确行动、责任、节点和验收依据，支持增删行列。</a:t>
            </a:r>
          </a:p>
        </p:txBody>
      </p:sp>
      <p:grpSp>
        <p:nvGrpSpPr>
          <p:cNvPr id="14" name="C12-1"/>
          <p:cNvGrpSpPr/>
          <p:nvPr/>
        </p:nvGrpSpPr>
        <p:grpSpPr>
          <a:xfrm xmlns:a="http://schemas.openxmlformats.org/drawingml/2006/main">
            <a:off x="457200" y="3390900"/>
            <a:ext cx="15011400" cy="4114800"/>
            <a:chOff x="457200" y="3390900"/>
            <a:chExt cx="15011400" cy="4114800"/>
          </a:xfrm>
        </p:grpSpPr>
        <p:sp>
          <p:nvSpPr>
            <p:cNvPr id="9" name="C12-1--action-table-surface--9">
              <a:extLst xmlns:a="http://schemas.openxmlformats.org/drawingml/2006/main">
                <a:ext uri="{FF2B5EF4-FFF2-40B4-BE49-F238E27FC236}">
                  <a16:creationId xmlns:a16="http://schemas.microsoft.com/office/drawing/2014/main" id="{712BF95F-8B0D-48A6-A62D-B9887F0CEA1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390900"/>
              <a:ext cx="15011400" cy="4114800"/>
            </a:xfrm>
            <a:prstGeom xmlns:a="http://schemas.openxmlformats.org/drawingml/2006/main" prst="roundRect">
              <a:avLst>
                <a:gd name="adj" fmla="val 5556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</p:grp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5A70D-5A63-4E2F-88F4-ACD2D87F0C36}"/>
              </a:ext>
            </a:extLst>
          </p:cNvPr>
          <p:cNvGraphicFramePr/>
          <p:nvPr/>
        </p:nvGraphicFramePr>
        <p:xfrm>
          <a:off xmlns:a="http://schemas.openxmlformats.org/drawingml/2006/main" x="628650" y="3562350"/>
          <a:ext xmlns:a="http://schemas.openxmlformats.org/drawingml/2006/main" cx="14668500" cy="3771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143500"/>
                <a:gridCol w="2381250"/>
                <a:gridCol w="2000250"/>
                <a:gridCol w="5143500"/>
              </a:tblGrid>
              <a:tr h="590550">
                <a:tc>
                  <a:txBody>
                    <a:bodyPr lIns="171450" tIns="152400" rIns="152400" bIns="133350"/>
                    <a:lstStyle/>
                    <a:p>
                      <a:r>
                        <a:rPr sz="1650" b="1">
                          <a:solidFill>
                            <a:srgbClr val="B92A1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行动事项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E5DDD6"/>
                      </a:solidFill>
                      <a:prstDash val="solid"/>
                    </a:lnL>
                    <a:lnR w="7620">
                      <a:solidFill>
                        <a:srgbClr val="E5DDD6"/>
                      </a:solidFill>
                      <a:prstDash val="solid"/>
                    </a:lnR>
                    <a:lnT w="7620">
                      <a:solidFill>
                        <a:srgbClr val="E5DDD6"/>
                      </a:solidFill>
                      <a:prstDash val="solid"/>
                    </a:lnT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6EC">
                        <a:alpha val="90000"/>
                      </a:srgbClr>
                    </a:solidFill>
                  </a:tcPr>
                </a:tc>
                <a:tc>
                  <a:txBody>
                    <a:bodyPr lIns="171450" tIns="152400" rIns="152400" bIns="133350"/>
                    <a:lstStyle/>
                    <a:p>
                      <a:r>
                        <a:rPr sz="1650" b="1">
                          <a:solidFill>
                            <a:srgbClr val="B92A1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责任角色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T w="7620">
                      <a:solidFill>
                        <a:srgbClr val="E5DDD6"/>
                      </a:solidFill>
                      <a:prstDash val="solid"/>
                    </a:lnT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6EC">
                        <a:alpha val="90000"/>
                      </a:srgbClr>
                    </a:solidFill>
                  </a:tcPr>
                </a:tc>
                <a:tc>
                  <a:txBody>
                    <a:bodyPr lIns="171450" tIns="152400" rIns="152400" bIns="133350"/>
                    <a:lstStyle/>
                    <a:p>
                      <a:r>
                        <a:rPr sz="1650" b="1">
                          <a:solidFill>
                            <a:srgbClr val="B92A1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计划节点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T w="7620">
                      <a:solidFill>
                        <a:srgbClr val="E5DDD6"/>
                      </a:solidFill>
                      <a:prstDash val="solid"/>
                    </a:lnT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6EC">
                        <a:alpha val="90000"/>
                      </a:srgbClr>
                    </a:solidFill>
                  </a:tcPr>
                </a:tc>
                <a:tc>
                  <a:txBody>
                    <a:bodyPr lIns="171450" tIns="152400" rIns="152400" bIns="133350"/>
                    <a:lstStyle/>
                    <a:p>
                      <a:r>
                        <a:rPr sz="1650" b="1">
                          <a:solidFill>
                            <a:srgbClr val="B92A1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验收依据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T w="7620">
                      <a:solidFill>
                        <a:srgbClr val="E5DDD6"/>
                      </a:solidFill>
                      <a:prstDash val="solid"/>
                    </a:lnT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6EC">
                        <a:alpha val="90000"/>
                      </a:srgbClr>
                    </a:solidFill>
                  </a:tcPr>
                </a:tc>
              </a:tr>
              <a:tr h="1060450">
                <a:tc>
                  <a:txBody>
                    <a:bodyPr lIns="171450" tIns="15240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复核试点遗留问题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E5DDD6"/>
                      </a:solidFill>
                      <a:prstDash val="solid"/>
                    </a:lnL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71450" tIns="15240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交付负责人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71450" tIns="15240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第1周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71450" tIns="15240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问题清单完成复核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1060450">
                <a:tc>
                  <a:txBody>
                    <a:bodyPr lIns="171450" tIns="15240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补充异常场景验证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E5DDD6"/>
                      </a:solidFill>
                      <a:prstDash val="solid"/>
                    </a:lnL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5F2F1">
                        <a:alpha val="35000"/>
                      </a:srgbClr>
                    </a:solidFill>
                  </a:tcPr>
                </a:tc>
                <a:tc>
                  <a:txBody>
                    <a:bodyPr lIns="171450" tIns="15240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业务代表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5F2F1">
                        <a:alpha val="35000"/>
                      </a:srgbClr>
                    </a:solidFill>
                  </a:tcPr>
                </a:tc>
                <a:tc>
                  <a:txBody>
                    <a:bodyPr lIns="171450" tIns="15240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第2周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5F2F1">
                        <a:alpha val="35000"/>
                      </a:srgbClr>
                    </a:solidFill>
                  </a:tcPr>
                </a:tc>
                <a:tc>
                  <a:txBody>
                    <a:bodyPr lIns="171450" tIns="15240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形成验证与反馈记录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5F2F1">
                        <a:alpha val="35000"/>
                      </a:srgbClr>
                    </a:solidFill>
                  </a:tcPr>
                </a:tc>
              </a:tr>
              <a:tr h="1060450">
                <a:tc>
                  <a:txBody>
                    <a:bodyPr lIns="171450" tIns="15240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确认下一阶段范围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E5DDD6"/>
                      </a:solidFill>
                      <a:prstDash val="solid"/>
                    </a:lnL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71450" tIns="15240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评审小组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71450" tIns="15240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第3周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71450" tIns="15240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范围与资源得到确认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chrome--footer-rule--10">
            <a:extLst xmlns:a="http://schemas.openxmlformats.org/drawingml/2006/main">
              <a:ext uri="{FF2B5EF4-FFF2-40B4-BE49-F238E27FC236}">
                <a16:creationId xmlns:a16="http://schemas.microsoft.com/office/drawing/2014/main" id="{9BC4A05B-0F49-48F5-92CC-A50BD820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12" name="chrome--footer--11">
            <a:extLst xmlns:a="http://schemas.openxmlformats.org/drawingml/2006/main">
              <a:ext uri="{FF2B5EF4-FFF2-40B4-BE49-F238E27FC236}">
                <a16:creationId xmlns:a16="http://schemas.microsoft.com/office/drawing/2014/main" id="{FD45ABE0-0F74-48DC-8B79-7E2B8D6D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计划示例。原生表格可修改单元格、列宽与行数；正式使用时填入真实角色、节点和完成条件。</a:t>
            </a:r>
          </a:p>
        </p:txBody>
      </p:sp>
    </p:spTree>
    <p:extLst>
      <p:ext uri="{BB962C8B-B14F-4D97-AF65-F5344CB8AC3E}">
        <p14:creationId xmlns:p14="http://schemas.microsoft.com/office/powerpoint/2010/main" val="3479243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1E070FE4-F8E4-4607-8D93-7A6BEDFF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D0483976-6510-4D29-A10C-86998B62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0E50C13B-D1A7-4DC5-BEAB-0912C317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4B054E59-3614-4998-8518-4D217625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691CA3F5-FED2-4B13-A919-A895343E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C13 / 通用组件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E6A2B0B7-2E0F-4984-8F9F-99951DBA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7" name="chrome--page-title--7">
            <a:extLst xmlns:a="http://schemas.openxmlformats.org/drawingml/2006/main">
              <a:ext uri="{FF2B5EF4-FFF2-40B4-BE49-F238E27FC236}">
                <a16:creationId xmlns:a16="http://schemas.microsoft.com/office/drawing/2014/main" id="{FED263A2-457B-421C-88A3-0CA5430A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471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8" name="chrome--page-subtitle--8">
            <a:extLst xmlns:a="http://schemas.openxmlformats.org/drawingml/2006/main">
              <a:ext uri="{FF2B5EF4-FFF2-40B4-BE49-F238E27FC236}">
                <a16:creationId xmlns:a16="http://schemas.microsoft.com/office/drawing/2014/main" id="{79045AE0-2E0E-4C0C-A3A7-6002533D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按表达顺序列出主题，主题名称与本节回答的问题保持相邻。</a:t>
            </a:r>
          </a:p>
        </p:txBody>
      </p:sp>
      <p:grpSp>
        <p:nvGrpSpPr>
          <p:cNvPr id="24" name="C13-1"/>
          <p:cNvGrpSpPr/>
          <p:nvPr/>
        </p:nvGrpSpPr>
        <p:grpSpPr>
          <a:xfrm xmlns:a="http://schemas.openxmlformats.org/drawingml/2006/main">
            <a:off x="457200" y="3276600"/>
            <a:ext cx="15011400" cy="4667250"/>
            <a:chOff x="457200" y="3276600"/>
            <a:chExt cx="15011400" cy="4667250"/>
          </a:xfrm>
        </p:grpSpPr>
        <p:sp>
          <p:nvSpPr>
            <p:cNvPr id="9" name="C13-1--agenda-row--9">
              <a:extLst xmlns:a="http://schemas.openxmlformats.org/drawingml/2006/main">
                <a:ext uri="{FF2B5EF4-FFF2-40B4-BE49-F238E27FC236}">
                  <a16:creationId xmlns:a16="http://schemas.microsoft.com/office/drawing/2014/main" id="{E94FB713-E141-4065-BDD0-DE723B4DEBD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276600"/>
              <a:ext cx="15011400" cy="1479550"/>
            </a:xfrm>
            <a:prstGeom xmlns:a="http://schemas.openxmlformats.org/drawingml/2006/main" prst="roundRect">
              <a:avLst>
                <a:gd name="adj" fmla="val 10300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0" name="C13-1--agenda-index--10">
              <a:extLst xmlns:a="http://schemas.openxmlformats.org/drawingml/2006/main">
                <a:ext uri="{FF2B5EF4-FFF2-40B4-BE49-F238E27FC236}">
                  <a16:creationId xmlns:a16="http://schemas.microsoft.com/office/drawing/2014/main" id="{27F2CCB6-DB33-433B-ABB5-95454FA99B7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3429000"/>
              <a:ext cx="666750" cy="1289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250" b="1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250" b="1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250" b="1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11" name="C13-1--agenda-title--11">
              <a:extLst xmlns:a="http://schemas.openxmlformats.org/drawingml/2006/main">
                <a:ext uri="{FF2B5EF4-FFF2-40B4-BE49-F238E27FC236}">
                  <a16:creationId xmlns:a16="http://schemas.microsoft.com/office/drawing/2014/main" id="{A0156249-948C-4FA4-9132-A3D63CFF785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24000" y="3438525"/>
              <a:ext cx="4803648" cy="1289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阶段进展</a:t>
              </a:r>
            </a:p>
          </p:txBody>
        </p:sp>
        <p:sp>
          <p:nvSpPr>
            <p:cNvPr id="12" name="C13-1--agenda-description--12">
              <a:extLst xmlns:a="http://schemas.openxmlformats.org/drawingml/2006/main">
                <a:ext uri="{FF2B5EF4-FFF2-40B4-BE49-F238E27FC236}">
                  <a16:creationId xmlns:a16="http://schemas.microsoft.com/office/drawing/2014/main" id="{5095C70E-7F7F-404D-8A35-81E29B1AA4A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62216" y="3467100"/>
              <a:ext cx="7956042" cy="12604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6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6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已经完成什么，依据是什么</a:t>
              </a:r>
            </a:p>
          </p:txBody>
        </p:sp>
        <p:sp>
          <p:nvSpPr>
            <p:cNvPr id="13" name="C13-1--agenda-row--13">
              <a:extLst xmlns:a="http://schemas.openxmlformats.org/drawingml/2006/main">
                <a:ext uri="{FF2B5EF4-FFF2-40B4-BE49-F238E27FC236}">
                  <a16:creationId xmlns:a16="http://schemas.microsoft.com/office/drawing/2014/main" id="{385485F7-A15B-45E4-9BAB-2F215714246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4870450"/>
              <a:ext cx="15011400" cy="1479550"/>
            </a:xfrm>
            <a:prstGeom xmlns:a="http://schemas.openxmlformats.org/drawingml/2006/main" prst="roundRect">
              <a:avLst>
                <a:gd name="adj" fmla="val 10300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4" name="C13-1--agenda-index--14">
              <a:extLst xmlns:a="http://schemas.openxmlformats.org/drawingml/2006/main">
                <a:ext uri="{FF2B5EF4-FFF2-40B4-BE49-F238E27FC236}">
                  <a16:creationId xmlns:a16="http://schemas.microsoft.com/office/drawing/2014/main" id="{1FD5715B-E0EC-4C78-92A8-9C06FF4F658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5022850"/>
              <a:ext cx="666750" cy="1289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2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2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2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15" name="C13-1--agenda-title--15">
              <a:extLst xmlns:a="http://schemas.openxmlformats.org/drawingml/2006/main">
                <a:ext uri="{FF2B5EF4-FFF2-40B4-BE49-F238E27FC236}">
                  <a16:creationId xmlns:a16="http://schemas.microsoft.com/office/drawing/2014/main" id="{11943150-D224-4B2A-ADD7-27EEBAD8A84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24000" y="5032375"/>
              <a:ext cx="4803648" cy="1289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存在的问题</a:t>
              </a:r>
            </a:p>
          </p:txBody>
        </p:sp>
        <p:sp>
          <p:nvSpPr>
            <p:cNvPr id="16" name="C13-1--agenda-description--16">
              <a:extLst xmlns:a="http://schemas.openxmlformats.org/drawingml/2006/main">
                <a:ext uri="{FF2B5EF4-FFF2-40B4-BE49-F238E27FC236}">
                  <a16:creationId xmlns:a16="http://schemas.microsoft.com/office/drawing/2014/main" id="{9BC9155A-9BBA-4475-ACA4-6DFFB6AF871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62216" y="5060950"/>
              <a:ext cx="7956042" cy="12604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6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6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哪些偏差需要处理</a:t>
              </a:r>
            </a:p>
          </p:txBody>
        </p:sp>
        <p:sp>
          <p:nvSpPr>
            <p:cNvPr id="17" name="C13-1--agenda-row--17">
              <a:extLst xmlns:a="http://schemas.openxmlformats.org/drawingml/2006/main">
                <a:ext uri="{FF2B5EF4-FFF2-40B4-BE49-F238E27FC236}">
                  <a16:creationId xmlns:a16="http://schemas.microsoft.com/office/drawing/2014/main" id="{5321F7AA-5C68-42DB-9330-4122E0E6483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6464300"/>
              <a:ext cx="15011400" cy="1479550"/>
            </a:xfrm>
            <a:prstGeom xmlns:a="http://schemas.openxmlformats.org/drawingml/2006/main" prst="roundRect">
              <a:avLst>
                <a:gd name="adj" fmla="val 10300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8" name="C13-1--agenda-index--18">
              <a:extLst xmlns:a="http://schemas.openxmlformats.org/drawingml/2006/main">
                <a:ext uri="{FF2B5EF4-FFF2-40B4-BE49-F238E27FC236}">
                  <a16:creationId xmlns:a16="http://schemas.microsoft.com/office/drawing/2014/main" id="{02024307-7688-47BF-A591-17E6130554B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6616700"/>
              <a:ext cx="666750" cy="1289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250" b="1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250" b="1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250" b="1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19" name="C13-1--agenda-title--19">
              <a:extLst xmlns:a="http://schemas.openxmlformats.org/drawingml/2006/main">
                <a:ext uri="{FF2B5EF4-FFF2-40B4-BE49-F238E27FC236}">
                  <a16:creationId xmlns:a16="http://schemas.microsoft.com/office/drawing/2014/main" id="{D1BD0754-3842-4E97-8A0F-7C7DDB8BEA8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24000" y="6626225"/>
              <a:ext cx="4803648" cy="1289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下一步安排</a:t>
              </a:r>
            </a:p>
          </p:txBody>
        </p:sp>
        <p:sp>
          <p:nvSpPr>
            <p:cNvPr id="20" name="C13-1--agenda-description--20">
              <a:extLst xmlns:a="http://schemas.openxmlformats.org/drawingml/2006/main">
                <a:ext uri="{FF2B5EF4-FFF2-40B4-BE49-F238E27FC236}">
                  <a16:creationId xmlns:a16="http://schemas.microsoft.com/office/drawing/2014/main" id="{F3362F33-DA63-46B6-8345-68E1F6BFEF8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62216" y="6654800"/>
              <a:ext cx="7956042" cy="12604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6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6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谁负责，何时检查</a:t>
              </a:r>
            </a:p>
          </p:txBody>
        </p:sp>
      </p:grpSp>
      <p:sp>
        <p:nvSpPr>
          <p:cNvPr id="21" name="chrome--footer-rule--21">
            <a:extLst xmlns:a="http://schemas.openxmlformats.org/drawingml/2006/main">
              <a:ext uri="{FF2B5EF4-FFF2-40B4-BE49-F238E27FC236}">
                <a16:creationId xmlns:a16="http://schemas.microsoft.com/office/drawing/2014/main" id="{7FDC793F-3F15-4AF8-B9BC-EDC1F746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22" name="chrome--footer--22">
            <a:extLst xmlns:a="http://schemas.openxmlformats.org/drawingml/2006/main">
              <a:ext uri="{FF2B5EF4-FFF2-40B4-BE49-F238E27FC236}">
                <a16:creationId xmlns:a16="http://schemas.microsoft.com/office/drawing/2014/main" id="{A50DA58E-A96C-4D4A-9341-4112AD36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使用方式：三至六个主题。高亮表示当前阅读位置，不代表业务完成状态。</a:t>
            </a:r>
          </a:p>
        </p:txBody>
      </p:sp>
    </p:spTree>
    <p:extLst>
      <p:ext uri="{BB962C8B-B14F-4D97-AF65-F5344CB8AC3E}">
        <p14:creationId xmlns:p14="http://schemas.microsoft.com/office/powerpoint/2010/main" val="17090019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2990591F-D953-47F8-A52E-4E3CB843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C761B05A-4EFF-4208-ACC8-03FEC3E3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70895DA1-5DE3-4447-B5CD-1239BC2D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BF61E15D-8F84-4E4D-920C-0ADCC3B7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134FAF4F-49BE-40C4-98C2-A12D452F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C14 / 通用组件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929CE8BD-04A2-479F-A1FE-D2305867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时间</a:t>
            </a:r>
          </a:p>
        </p:txBody>
      </p:sp>
      <p:sp>
        <p:nvSpPr>
          <p:cNvPr id="7" name="chrome--page-title--7">
            <a:extLst xmlns:a="http://schemas.openxmlformats.org/drawingml/2006/main">
              <a:ext uri="{FF2B5EF4-FFF2-40B4-BE49-F238E27FC236}">
                <a16:creationId xmlns:a16="http://schemas.microsoft.com/office/drawing/2014/main" id="{CBFC0E7F-CD2D-4437-9F93-8F5ADC0C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471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趋势</a:t>
            </a:r>
          </a:p>
        </p:txBody>
      </p:sp>
      <p:sp>
        <p:nvSpPr>
          <p:cNvPr id="8" name="chrome--page-subtitle--8">
            <a:extLst xmlns:a="http://schemas.openxmlformats.org/drawingml/2006/main">
              <a:ext uri="{FF2B5EF4-FFF2-40B4-BE49-F238E27FC236}">
                <a16:creationId xmlns:a16="http://schemas.microsoft.com/office/drawing/2014/main" id="{F8C88A10-C342-4F9C-A0FE-300E3230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时间顺序、单位和统计口径保持一致，数据保留在原生图表中。</a:t>
            </a:r>
          </a:p>
        </p:txBody>
      </p:sp>
      <p:grpSp>
        <p:nvGrpSpPr>
          <p:cNvPr id="17" name="C14-1"/>
          <p:cNvGrpSpPr/>
          <p:nvPr/>
        </p:nvGrpSpPr>
        <p:grpSpPr>
          <a:xfrm xmlns:a="http://schemas.openxmlformats.org/drawingml/2006/main">
            <a:off x="457200" y="3276600"/>
            <a:ext cx="15011400" cy="4667250"/>
            <a:chOff x="457200" y="3276600"/>
            <a:chExt cx="15011400" cy="4667250"/>
          </a:xfrm>
        </p:grpSpPr>
        <p:sp>
          <p:nvSpPr>
            <p:cNvPr id="9" name="C14-1--trend-surface--9">
              <a:extLst xmlns:a="http://schemas.openxmlformats.org/drawingml/2006/main">
                <a:ext uri="{FF2B5EF4-FFF2-40B4-BE49-F238E27FC236}">
                  <a16:creationId xmlns:a16="http://schemas.microsoft.com/office/drawing/2014/main" id="{AB3FFFAC-A4A6-4939-8263-C62A111C60D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276600"/>
              <a:ext cx="15011400" cy="4667250"/>
            </a:xfrm>
            <a:prstGeom xmlns:a="http://schemas.openxmlformats.org/drawingml/2006/main" prst="roundRect">
              <a:avLst>
                <a:gd name="adj" fmla="val 4898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0" name="C14-1--trend-title--10">
              <a:extLst xmlns:a="http://schemas.openxmlformats.org/drawingml/2006/main">
                <a:ext uri="{FF2B5EF4-FFF2-40B4-BE49-F238E27FC236}">
                  <a16:creationId xmlns:a16="http://schemas.microsoft.com/office/drawing/2014/main" id="{FE9F6695-86E4-4D17-9CDC-473849CAFDE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3486150"/>
              <a:ext cx="144780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按期验收数量</a:t>
              </a:r>
            </a:p>
          </p:txBody>
        </p:sp>
        <p:sp>
          <p:nvSpPr>
            <p:cNvPr id="11" name="C14-1--trend-unit--11">
              <a:extLst xmlns:a="http://schemas.openxmlformats.org/drawingml/2006/main">
                <a:ext uri="{FF2B5EF4-FFF2-40B4-BE49-F238E27FC236}">
                  <a16:creationId xmlns:a16="http://schemas.microsoft.com/office/drawing/2014/main" id="{A81C1709-B677-431F-9E78-009862D68F1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33425" y="3981450"/>
              <a:ext cx="144589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3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3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3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单位：项</a:t>
              </a:r>
            </a:p>
          </p:txBody>
        </p:sp>
        <p:sp>
          <p:nvSpPr>
            <p:cNvPr id="13" name="C14-1--trend-source--12">
              <a:extLst xmlns:a="http://schemas.openxmlformats.org/drawingml/2006/main">
                <a:ext uri="{FF2B5EF4-FFF2-40B4-BE49-F238E27FC236}">
                  <a16:creationId xmlns:a16="http://schemas.microsoft.com/office/drawing/2014/main" id="{D11A8867-0362-4DC0-8C52-25DA30A3152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33425" y="7553325"/>
              <a:ext cx="144589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2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演示数据，非实际业务成果</a:t>
              </a:r>
            </a:p>
          </p:txBody>
        </p:sp>
      </p:grp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BFCDAA04-FDD3-4656-91E1-BB9E5DE38261}"/>
              </a:ext>
            </a:extLst>
          </p:cNvPr>
          <p:cNvGraphicFramePr/>
          <p:nvPr/>
        </p:nvGraphicFramePr>
        <p:xfrm>
          <a:off xmlns:a="http://schemas.openxmlformats.org/drawingml/2006/main" x="704850" y="4400550"/>
          <a:ext xmlns:a="http://schemas.openxmlformats.org/drawingml/2006/main" cx="14516100" cy="2990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e099b6c9d34d7f"/>
          </a:graphicData>
        </a:graphic>
      </p:graphicFrame>
      <p:sp>
        <p:nvSpPr>
          <p:cNvPr id="14" name="chrome--footer-rule--13">
            <a:extLst xmlns:a="http://schemas.openxmlformats.org/drawingml/2006/main">
              <a:ext uri="{FF2B5EF4-FFF2-40B4-BE49-F238E27FC236}">
                <a16:creationId xmlns:a16="http://schemas.microsoft.com/office/drawing/2014/main" id="{F625A809-F955-47B6-93E9-D0D49405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15" name="chrome--footer--14">
            <a:extLst xmlns:a="http://schemas.openxmlformats.org/drawingml/2006/main">
              <a:ext uri="{FF2B5EF4-FFF2-40B4-BE49-F238E27FC236}">
                <a16:creationId xmlns:a16="http://schemas.microsoft.com/office/drawing/2014/main" id="{B8D34393-4110-4A45-8AD5-0C94569F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演示数据。时间趋势不自动说明因果，正式使用时补充时段、单位与数据来源。</a:t>
            </a:r>
          </a:p>
        </p:txBody>
      </p:sp>
    </p:spTree>
    <p:extLst>
      <p:ext uri="{BB962C8B-B14F-4D97-AF65-F5344CB8AC3E}">
        <p14:creationId xmlns:p14="http://schemas.microsoft.com/office/powerpoint/2010/main" val="8246344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DBC04861-5C28-4CFE-87EC-01A90449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BD1D8C94-377B-499D-A718-CDB4009E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8EA0EFFD-298F-41B4-A081-99240451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D0526FFA-B657-4A5B-8CD1-8F6DCEEE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D4AF319D-F4F4-48C2-9DE7-48A7FD2F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C15 / 通用组件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27557701-14DF-4FAE-86D2-8A6B1397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7" name="chrome--page-title--7">
            <a:extLst xmlns:a="http://schemas.openxmlformats.org/drawingml/2006/main">
              <a:ext uri="{FF2B5EF4-FFF2-40B4-BE49-F238E27FC236}">
                <a16:creationId xmlns:a16="http://schemas.microsoft.com/office/drawing/2014/main" id="{47E84A9D-0CA0-48FC-83FD-0B905115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471" y="1676400"/>
            <a:ext cx="1863743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与实际</a:t>
            </a:r>
          </a:p>
        </p:txBody>
      </p:sp>
      <p:sp>
        <p:nvSpPr>
          <p:cNvPr id="8" name="chrome--page-subtitle--8">
            <a:extLst xmlns:a="http://schemas.openxmlformats.org/drawingml/2006/main">
              <a:ext uri="{FF2B5EF4-FFF2-40B4-BE49-F238E27FC236}">
                <a16:creationId xmlns:a16="http://schemas.microsoft.com/office/drawing/2014/main" id="{B18388EE-15A9-4268-AF04-587B5509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同一类别下比较目标与实际，保留差距，不用视觉效果掩盖偏差。</a:t>
            </a:r>
          </a:p>
        </p:txBody>
      </p:sp>
      <p:grpSp>
        <p:nvGrpSpPr>
          <p:cNvPr id="17" name="C15-1"/>
          <p:cNvGrpSpPr/>
          <p:nvPr/>
        </p:nvGrpSpPr>
        <p:grpSpPr>
          <a:xfrm xmlns:a="http://schemas.openxmlformats.org/drawingml/2006/main">
            <a:off x="457200" y="3276600"/>
            <a:ext cx="15011400" cy="4667250"/>
            <a:chOff x="457200" y="3276600"/>
            <a:chExt cx="15011400" cy="4667250"/>
          </a:xfrm>
        </p:grpSpPr>
        <p:sp>
          <p:nvSpPr>
            <p:cNvPr id="9" name="C15-1--target-surface--9">
              <a:extLst xmlns:a="http://schemas.openxmlformats.org/drawingml/2006/main">
                <a:ext uri="{FF2B5EF4-FFF2-40B4-BE49-F238E27FC236}">
                  <a16:creationId xmlns:a16="http://schemas.microsoft.com/office/drawing/2014/main" id="{BAFE99FC-E893-4453-B430-DB7157E3C0E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276600"/>
              <a:ext cx="15011400" cy="4667250"/>
            </a:xfrm>
            <a:prstGeom xmlns:a="http://schemas.openxmlformats.org/drawingml/2006/main" prst="roundRect">
              <a:avLst>
                <a:gd name="adj" fmla="val 4898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0" name="C15-1--target-title--10">
              <a:extLst xmlns:a="http://schemas.openxmlformats.org/drawingml/2006/main">
                <a:ext uri="{FF2B5EF4-FFF2-40B4-BE49-F238E27FC236}">
                  <a16:creationId xmlns:a16="http://schemas.microsoft.com/office/drawing/2014/main" id="{49DFCA46-4C77-43E8-8113-C5A85439360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3486150"/>
              <a:ext cx="144780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阶段交付目标与实绩</a:t>
              </a:r>
            </a:p>
          </p:txBody>
        </p:sp>
        <p:sp>
          <p:nvSpPr>
            <p:cNvPr id="11" name="C15-1--target-unit--11">
              <a:extLst xmlns:a="http://schemas.openxmlformats.org/drawingml/2006/main">
                <a:ext uri="{FF2B5EF4-FFF2-40B4-BE49-F238E27FC236}">
                  <a16:creationId xmlns:a16="http://schemas.microsoft.com/office/drawing/2014/main" id="{4B753FE1-72C9-4BAD-9596-299DBE3D22A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33425" y="3981450"/>
              <a:ext cx="144589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3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3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3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单位：项</a:t>
              </a:r>
            </a:p>
          </p:txBody>
        </p:sp>
        <p:sp>
          <p:nvSpPr>
            <p:cNvPr id="13" name="C15-1--target-source--12">
              <a:extLst xmlns:a="http://schemas.openxmlformats.org/drawingml/2006/main">
                <a:ext uri="{FF2B5EF4-FFF2-40B4-BE49-F238E27FC236}">
                  <a16:creationId xmlns:a16="http://schemas.microsoft.com/office/drawing/2014/main" id="{E2598CBC-56BD-48DC-9D18-A6418428787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33425" y="7553325"/>
              <a:ext cx="144589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2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演示数据，目标和实际采用相同口径</a:t>
              </a:r>
            </a:p>
          </p:txBody>
        </p:sp>
      </p:grp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66C14D35-7283-45E3-B783-7B2D49F1C7CB}"/>
              </a:ext>
            </a:extLst>
          </p:cNvPr>
          <p:cNvGraphicFramePr/>
          <p:nvPr/>
        </p:nvGraphicFramePr>
        <p:xfrm>
          <a:off xmlns:a="http://schemas.openxmlformats.org/drawingml/2006/main" x="704850" y="4343400"/>
          <a:ext xmlns:a="http://schemas.openxmlformats.org/drawingml/2006/main" cx="145161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8e6059c7b44371"/>
          </a:graphicData>
        </a:graphic>
      </p:graphicFrame>
      <p:sp>
        <p:nvSpPr>
          <p:cNvPr id="14" name="chrome--footer-rule--13">
            <a:extLst xmlns:a="http://schemas.openxmlformats.org/drawingml/2006/main">
              <a:ext uri="{FF2B5EF4-FFF2-40B4-BE49-F238E27FC236}">
                <a16:creationId xmlns:a16="http://schemas.microsoft.com/office/drawing/2014/main" id="{F9F44054-227E-4519-AFC1-D5FA8CE6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15" name="chrome--footer--14">
            <a:extLst xmlns:a="http://schemas.openxmlformats.org/drawingml/2006/main">
              <a:ext uri="{FF2B5EF4-FFF2-40B4-BE49-F238E27FC236}">
                <a16:creationId xmlns:a16="http://schemas.microsoft.com/office/drawing/2014/main" id="{611E8DD5-6AF0-452B-99C6-CDEB01B8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演示数据。目标与实际采用相同单位、时段和范围，正式使用时补充差距解释。</a:t>
            </a:r>
          </a:p>
        </p:txBody>
      </p:sp>
    </p:spTree>
    <p:extLst>
      <p:ext uri="{BB962C8B-B14F-4D97-AF65-F5344CB8AC3E}">
        <p14:creationId xmlns:p14="http://schemas.microsoft.com/office/powerpoint/2010/main" val="8509559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92EB2BDA-1316-43E4-A701-366527BB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0B145ECB-3B95-4BA3-9935-41DE81B7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BD8B80A5-0DBF-4FAB-A8FC-AD533153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74DF7C80-290E-4888-A83F-8ACCDD79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68769CEF-A09E-46F2-80C4-D351AB2C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C16 / 通用组件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152E08E8-17E1-4ED7-80F9-328BDF9C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二维</a:t>
            </a:r>
          </a:p>
        </p:txBody>
      </p:sp>
      <p:sp>
        <p:nvSpPr>
          <p:cNvPr id="7" name="chrome--page-title--7">
            <a:extLst xmlns:a="http://schemas.openxmlformats.org/drawingml/2006/main">
              <a:ext uri="{FF2B5EF4-FFF2-40B4-BE49-F238E27FC236}">
                <a16:creationId xmlns:a16="http://schemas.microsoft.com/office/drawing/2014/main" id="{EAAC2467-DE35-4A71-82EA-0467EE5B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471" y="1676400"/>
            <a:ext cx="2469116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判断矩阵</a:t>
            </a:r>
          </a:p>
        </p:txBody>
      </p:sp>
      <p:sp>
        <p:nvSpPr>
          <p:cNvPr id="8" name="chrome--page-subtitle--8">
            <a:extLst xmlns:a="http://schemas.openxmlformats.org/drawingml/2006/main">
              <a:ext uri="{FF2B5EF4-FFF2-40B4-BE49-F238E27FC236}">
                <a16:creationId xmlns:a16="http://schemas.microsoft.com/office/drawing/2014/main" id="{D93BF1E5-E811-45A0-BEC0-218D0574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用两个独立维度做定性分类，象限位置本身不构成量化评分。</a:t>
            </a:r>
          </a:p>
        </p:txBody>
      </p:sp>
      <p:grpSp>
        <p:nvGrpSpPr>
          <p:cNvPr id="28" name="C16-1"/>
          <p:cNvGrpSpPr/>
          <p:nvPr/>
        </p:nvGrpSpPr>
        <p:grpSpPr>
          <a:xfrm xmlns:a="http://schemas.openxmlformats.org/drawingml/2006/main">
            <a:off x="457200" y="3276600"/>
            <a:ext cx="15011400" cy="4667250"/>
            <a:chOff x="457200" y="3276600"/>
            <a:chExt cx="15011400" cy="4667250"/>
          </a:xfrm>
        </p:grpSpPr>
        <p:sp>
          <p:nvSpPr>
            <p:cNvPr id="9" name="C16-1--matrix-quadrant--9">
              <a:extLst xmlns:a="http://schemas.openxmlformats.org/drawingml/2006/main">
                <a:ext uri="{FF2B5EF4-FFF2-40B4-BE49-F238E27FC236}">
                  <a16:creationId xmlns:a16="http://schemas.microsoft.com/office/drawing/2014/main" id="{2327B573-0B4C-4A5B-9466-EE1710A6035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71575" y="3686175"/>
              <a:ext cx="6924675" cy="1719263"/>
            </a:xfrm>
            <a:prstGeom xmlns:a="http://schemas.openxmlformats.org/drawingml/2006/main" prst="roundRect">
              <a:avLst>
                <a:gd name="adj" fmla="val 9972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0" name="C16-1--quadrant-title--10">
              <a:extLst xmlns:a="http://schemas.openxmlformats.org/drawingml/2006/main">
                <a:ext uri="{FF2B5EF4-FFF2-40B4-BE49-F238E27FC236}">
                  <a16:creationId xmlns:a16="http://schemas.microsoft.com/office/drawing/2014/main" id="{4E63A1AC-147F-40C2-A094-79DBE91CB71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81125" y="3867150"/>
              <a:ext cx="6505575" cy="4191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补足条件后验证</a:t>
              </a:r>
            </a:p>
          </p:txBody>
        </p:sp>
        <p:sp>
          <p:nvSpPr>
            <p:cNvPr id="11" name="C16-1--quadrant-body--11">
              <a:extLst xmlns:a="http://schemas.openxmlformats.org/drawingml/2006/main">
                <a:ext uri="{FF2B5EF4-FFF2-40B4-BE49-F238E27FC236}">
                  <a16:creationId xmlns:a16="http://schemas.microsoft.com/office/drawing/2014/main" id="{152823DF-251E-49E4-870B-660E96F43D7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81125" y="4400550"/>
              <a:ext cx="6505575" cy="84296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6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6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影响较高，准备条件仍需补齐。</a:t>
              </a:r>
            </a:p>
          </p:txBody>
        </p:sp>
        <p:sp>
          <p:nvSpPr>
            <p:cNvPr id="12" name="C16-1--matrix-quadrant--12">
              <a:extLst xmlns:a="http://schemas.openxmlformats.org/drawingml/2006/main">
                <a:ext uri="{FF2B5EF4-FFF2-40B4-BE49-F238E27FC236}">
                  <a16:creationId xmlns:a16="http://schemas.microsoft.com/office/drawing/2014/main" id="{E49146B8-C30F-44FC-9B90-A55957CDA35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267700" y="3686175"/>
              <a:ext cx="6924675" cy="1719263"/>
            </a:xfrm>
            <a:prstGeom xmlns:a="http://schemas.openxmlformats.org/drawingml/2006/main" prst="roundRect">
              <a:avLst>
                <a:gd name="adj" fmla="val 9972"/>
              </a:avLst>
            </a:prstGeom>
            <a:gradFill xmlns:a="http://schemas.openxmlformats.org/drawingml/2006/main">
              <a:gsLst>
                <a:gs pos="0">
                  <a:srgbClr val="FFB456"/>
                </a:gs>
                <a:gs pos="32000">
                  <a:srgbClr val="FF7800"/>
                </a:gs>
                <a:gs pos="68000">
                  <a:srgbClr val="FF3D12"/>
                </a:gs>
                <a:gs pos="100000">
                  <a:srgbClr val="F21916"/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3" name="C16-1--quadrant-title--13">
              <a:extLst xmlns:a="http://schemas.openxmlformats.org/drawingml/2006/main">
                <a:ext uri="{FF2B5EF4-FFF2-40B4-BE49-F238E27FC236}">
                  <a16:creationId xmlns:a16="http://schemas.microsoft.com/office/drawing/2014/main" id="{3A000639-1593-42BD-BE59-6C2A6EFE3C0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77250" y="3867150"/>
              <a:ext cx="6505575" cy="4191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优先进入验证</a:t>
              </a:r>
            </a:p>
          </p:txBody>
        </p:sp>
        <p:sp>
          <p:nvSpPr>
            <p:cNvPr id="14" name="C16-1--quadrant-body--14">
              <a:extLst xmlns:a="http://schemas.openxmlformats.org/drawingml/2006/main">
                <a:ext uri="{FF2B5EF4-FFF2-40B4-BE49-F238E27FC236}">
                  <a16:creationId xmlns:a16="http://schemas.microsoft.com/office/drawing/2014/main" id="{338FF50F-2969-4786-9B84-713BA6D5CCC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77250" y="4400550"/>
              <a:ext cx="6505575" cy="84296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6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6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影响较高，已有必要准备。</a:t>
              </a:r>
            </a:p>
          </p:txBody>
        </p:sp>
        <p:sp>
          <p:nvSpPr>
            <p:cNvPr id="15" name="C16-1--matrix-quadrant--15">
              <a:extLst xmlns:a="http://schemas.openxmlformats.org/drawingml/2006/main">
                <a:ext uri="{FF2B5EF4-FFF2-40B4-BE49-F238E27FC236}">
                  <a16:creationId xmlns:a16="http://schemas.microsoft.com/office/drawing/2014/main" id="{7F62B744-C4D1-412B-AE4D-D4F6FC57E4C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71575" y="5576888"/>
              <a:ext cx="6924675" cy="1719263"/>
            </a:xfrm>
            <a:prstGeom xmlns:a="http://schemas.openxmlformats.org/drawingml/2006/main" prst="roundRect">
              <a:avLst>
                <a:gd name="adj" fmla="val 9972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6" name="C16-1--quadrant-title--16">
              <a:extLst xmlns:a="http://schemas.openxmlformats.org/drawingml/2006/main">
                <a:ext uri="{FF2B5EF4-FFF2-40B4-BE49-F238E27FC236}">
                  <a16:creationId xmlns:a16="http://schemas.microsoft.com/office/drawing/2014/main" id="{E649B781-4554-4B0C-91DD-01A4C49B6AD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81125" y="5757863"/>
              <a:ext cx="6505575" cy="4191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保留观察</a:t>
              </a:r>
            </a:p>
          </p:txBody>
        </p:sp>
        <p:sp>
          <p:nvSpPr>
            <p:cNvPr id="17" name="C16-1--quadrant-body--17">
              <a:extLst xmlns:a="http://schemas.openxmlformats.org/drawingml/2006/main">
                <a:ext uri="{FF2B5EF4-FFF2-40B4-BE49-F238E27FC236}">
                  <a16:creationId xmlns:a16="http://schemas.microsoft.com/office/drawing/2014/main" id="{EFE9C6BD-CE00-44B3-88DC-DDE3C7D7D34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81125" y="6291263"/>
              <a:ext cx="6505575" cy="84296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6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6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影响有限，准备条件不足。</a:t>
              </a:r>
            </a:p>
          </p:txBody>
        </p:sp>
        <p:sp>
          <p:nvSpPr>
            <p:cNvPr id="18" name="C16-1--matrix-quadrant--18">
              <a:extLst xmlns:a="http://schemas.openxmlformats.org/drawingml/2006/main">
                <a:ext uri="{FF2B5EF4-FFF2-40B4-BE49-F238E27FC236}">
                  <a16:creationId xmlns:a16="http://schemas.microsoft.com/office/drawing/2014/main" id="{83997D1B-D240-4F42-9B58-6805A5B9A93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267700" y="5576888"/>
              <a:ext cx="6924675" cy="1719263"/>
            </a:xfrm>
            <a:prstGeom xmlns:a="http://schemas.openxmlformats.org/drawingml/2006/main" prst="roundRect">
              <a:avLst>
                <a:gd name="adj" fmla="val 9972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9" name="C16-1--quadrant-title--19">
              <a:extLst xmlns:a="http://schemas.openxmlformats.org/drawingml/2006/main">
                <a:ext uri="{FF2B5EF4-FFF2-40B4-BE49-F238E27FC236}">
                  <a16:creationId xmlns:a16="http://schemas.microsoft.com/office/drawing/2014/main" id="{7FAC0CE0-B4F0-4970-9D47-F29E79D68CA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77250" y="5757863"/>
              <a:ext cx="6505575" cy="4191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适量安排</a:t>
              </a:r>
            </a:p>
          </p:txBody>
        </p:sp>
        <p:sp>
          <p:nvSpPr>
            <p:cNvPr id="20" name="C16-1--quadrant-body--20">
              <a:extLst xmlns:a="http://schemas.openxmlformats.org/drawingml/2006/main">
                <a:ext uri="{FF2B5EF4-FFF2-40B4-BE49-F238E27FC236}">
                  <a16:creationId xmlns:a16="http://schemas.microsoft.com/office/drawing/2014/main" id="{A6AA34B1-82F7-473C-8023-AADFC362809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77250" y="6291263"/>
              <a:ext cx="6505575" cy="84296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6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6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准备较充分，仍需确认收益。</a:t>
              </a:r>
            </a:p>
          </p:txBody>
        </p:sp>
        <p:sp>
          <p:nvSpPr>
            <p:cNvPr id="21" name="C16-1--matrix-x--21">
              <a:extLst xmlns:a="http://schemas.openxmlformats.org/drawingml/2006/main">
                <a:ext uri="{FF2B5EF4-FFF2-40B4-BE49-F238E27FC236}">
                  <a16:creationId xmlns:a16="http://schemas.microsoft.com/office/drawing/2014/main" id="{C8637D34-CA61-480D-9D81-682D2FAB43A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1085850" y="7458075"/>
              <a:ext cx="141922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131313"/>
              </a:solidFill>
              <a:prstDash val="solid"/>
            </a:ln>
          </p:spPr>
        </p:sp>
        <p:sp>
          <p:nvSpPr>
            <p:cNvPr id="22" name="C16-1--matrix-y--22">
              <a:extLst xmlns:a="http://schemas.openxmlformats.org/drawingml/2006/main">
                <a:ext uri="{FF2B5EF4-FFF2-40B4-BE49-F238E27FC236}">
                  <a16:creationId xmlns:a16="http://schemas.microsoft.com/office/drawing/2014/main" id="{F633C99F-6E7B-4D05-A36A-CE9E52FDD95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1">
              <a:off x="990600" y="3600450"/>
              <a:ext cx="0" cy="37814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131313"/>
              </a:solidFill>
              <a:prstDash val="solid"/>
            </a:ln>
          </p:spPr>
        </p:sp>
        <p:sp>
          <p:nvSpPr>
            <p:cNvPr id="23" name="C16-1--matrix-x-label--23">
              <a:extLst xmlns:a="http://schemas.openxmlformats.org/drawingml/2006/main">
                <a:ext uri="{FF2B5EF4-FFF2-40B4-BE49-F238E27FC236}">
                  <a16:creationId xmlns:a16="http://schemas.microsoft.com/office/drawing/2014/main" id="{88C64F09-C2A2-44E8-A7C9-DF88024A7B1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5850" y="7620000"/>
              <a:ext cx="14192250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5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5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低  实施准备度  高</a:t>
              </a:r>
            </a:p>
          </p:txBody>
        </p:sp>
        <p:sp>
          <p:nvSpPr>
            <p:cNvPr id="24" name="C16-1--matrix-y-label--24">
              <a:extLst xmlns:a="http://schemas.openxmlformats.org/drawingml/2006/main">
                <a:ext uri="{FF2B5EF4-FFF2-40B4-BE49-F238E27FC236}">
                  <a16:creationId xmlns:a16="http://schemas.microsoft.com/office/drawing/2014/main" id="{7DB17B1C-E94C-441F-95A0-053EB16B630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4350" y="3276600"/>
              <a:ext cx="148971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预期影响（上高下低）</a:t>
              </a:r>
            </a:p>
          </p:txBody>
        </p:sp>
      </p:grpSp>
      <p:sp>
        <p:nvSpPr>
          <p:cNvPr id="25" name="chrome--footer-rule--25">
            <a:extLst xmlns:a="http://schemas.openxmlformats.org/drawingml/2006/main">
              <a:ext uri="{FF2B5EF4-FFF2-40B4-BE49-F238E27FC236}">
                <a16:creationId xmlns:a16="http://schemas.microsoft.com/office/drawing/2014/main" id="{6579BCC9-24D9-4FDA-8F30-789FB9D2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26" name="chrome--footer--26">
            <a:extLst xmlns:a="http://schemas.openxmlformats.org/drawingml/2006/main">
              <a:ext uri="{FF2B5EF4-FFF2-40B4-BE49-F238E27FC236}">
                <a16:creationId xmlns:a16="http://schemas.microsoft.com/office/drawing/2014/main" id="{A6D4A34E-A1DF-4C9A-AE2E-E47BAAFA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定性判断示意。请明确轴的定义和判断依据，不把象限位置当作精确数值。</a:t>
            </a:r>
          </a:p>
        </p:txBody>
      </p:sp>
    </p:spTree>
    <p:extLst>
      <p:ext uri="{BB962C8B-B14F-4D97-AF65-F5344CB8AC3E}">
        <p14:creationId xmlns:p14="http://schemas.microsoft.com/office/powerpoint/2010/main" val="18248280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A076DD-2225-4A9C-A049-F210CCA7131B}"/>
              </a:ext>
            </a:extLst>
          </p:cNvPr>
          <p:cNvCxnSpPr>
            <a:stCxn xmlns:a="http://schemas.openxmlformats.org/drawingml/2006/main" id="18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3095625" y="4724400"/>
            <a:ext cx="0" cy="16764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F3D12"/>
            </a:solidFill>
            <a:prstDash val="solid"/>
            <a:tailEnd type="triangl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5F961F-5C41-4E11-9E33-82219E679123}"/>
              </a:ext>
            </a:extLst>
          </p:cNvPr>
          <p:cNvCxnSpPr>
            <a:stCxn xmlns:a="http://schemas.openxmlformats.org/drawingml/2006/main" id="15" idx="1"/>
            <a:endCxn xmlns:a="http://schemas.openxmlformats.org/drawingml/2006/main" id="18" idx="3"/>
          </p:cNvCxnSpPr>
          <p:nvPr/>
        </p:nvCxnSpPr>
        <p:spPr>
          <a:xfrm xmlns:a="http://schemas.openxmlformats.org/drawingml/2006/main" flipH="1">
            <a:off x="5143500" y="7077075"/>
            <a:ext cx="5638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F3D12"/>
            </a:solidFill>
            <a:prstDash val="solid"/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F48ECF-9721-41D0-8FE6-63CABDBA304D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12830175" y="4724400"/>
            <a:ext cx="0" cy="16764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F3D12"/>
            </a:solidFill>
            <a:prstDash val="solid"/>
            <a:tailEnd type="triangle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B48EB5-7CB4-45AF-A4C9-A6AAB1672962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143500" y="4048125"/>
            <a:ext cx="5638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F3D12"/>
            </a:solidFill>
            <a:prstDash val="solid"/>
            <a:tailEnd type="triangle" w="med" len="med"/>
          </a:ln>
        </p:spPr>
      </p:cxnSp>
      <p:sp>
        <p:nvSpPr>
          <p:cNvPr id="28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AFD77D97-2CBE-4AD4-B9AB-D3CE1981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1484B850-A103-4548-AF61-C8193047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30C080B0-08F4-4957-9546-74D18196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D00BF1A4-7804-4E81-A46C-CAD2E482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5EF7DC58-0B5F-4B51-9A86-12FE4815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C17 / 通用组件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9EF41028-EC34-46A0-B8B0-54991C82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sp>
        <p:nvSpPr>
          <p:cNvPr id="7" name="chrome--page-title--7">
            <a:extLst xmlns:a="http://schemas.openxmlformats.org/drawingml/2006/main">
              <a:ext uri="{FF2B5EF4-FFF2-40B4-BE49-F238E27FC236}">
                <a16:creationId xmlns:a16="http://schemas.microsoft.com/office/drawing/2014/main" id="{BD1DC792-F72D-48E6-9A48-D3DB8A49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471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闭环</a:t>
            </a:r>
          </a:p>
        </p:txBody>
      </p:sp>
      <p:sp>
        <p:nvSpPr>
          <p:cNvPr id="8" name="chrome--page-subtitle--8">
            <a:extLst xmlns:a="http://schemas.openxmlformats.org/drawingml/2006/main">
              <a:ext uri="{FF2B5EF4-FFF2-40B4-BE49-F238E27FC236}">
                <a16:creationId xmlns:a16="http://schemas.microsoft.com/office/drawing/2014/main" id="{3D1C2471-7071-4BB0-BFA0-72803C29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通过回流表达修订循环，节点、文字和方向均可独立编辑。</a:t>
            </a:r>
          </a:p>
        </p:txBody>
      </p:sp>
      <p:grpSp>
        <p:nvGrpSpPr>
          <p:cNvPr id="29" name="C17-1"/>
          <p:cNvGrpSpPr/>
          <p:nvPr/>
        </p:nvGrpSpPr>
        <p:grpSpPr>
          <a:xfrm xmlns:a="http://schemas.openxmlformats.org/drawingml/2006/main">
            <a:off x="1047750" y="3371850"/>
            <a:ext cx="13830300" cy="4381500"/>
            <a:chOff x="1047750" y="3371850"/>
            <a:chExt cx="13830300" cy="4381500"/>
          </a:xfrm>
        </p:grpSpPr>
        <p:sp>
          <p:nvSpPr>
            <p:cNvPr id="9" name="C17-1--cycle-node--9">
              <a:extLst xmlns:a="http://schemas.openxmlformats.org/drawingml/2006/main">
                <a:ext uri="{FF2B5EF4-FFF2-40B4-BE49-F238E27FC236}">
                  <a16:creationId xmlns:a16="http://schemas.microsoft.com/office/drawing/2014/main" id="{0629A56B-4CEB-4D82-B6FF-37EA599357D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7750" y="3371850"/>
              <a:ext cx="4095750" cy="1352550"/>
            </a:xfrm>
            <a:prstGeom xmlns:a="http://schemas.openxmlformats.org/drawingml/2006/main" prst="roundRect">
              <a:avLst>
                <a:gd name="adj" fmla="val 16901"/>
              </a:avLst>
            </a:prstGeom>
            <a:gradFill xmlns:a="http://schemas.openxmlformats.org/drawingml/2006/main">
              <a:gsLst>
                <a:gs pos="0">
                  <a:srgbClr val="FFB456"/>
                </a:gs>
                <a:gs pos="32000">
                  <a:srgbClr val="FF7800"/>
                </a:gs>
                <a:gs pos="68000">
                  <a:srgbClr val="FF3D12"/>
                </a:gs>
                <a:gs pos="100000">
                  <a:srgbClr val="F21916"/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0" name="C17-1--cycle-title--10">
              <a:extLst xmlns:a="http://schemas.openxmlformats.org/drawingml/2006/main">
                <a:ext uri="{FF2B5EF4-FFF2-40B4-BE49-F238E27FC236}">
                  <a16:creationId xmlns:a16="http://schemas.microsoft.com/office/drawing/2014/main" id="{ED6B64F1-CECF-4791-BF02-011F313BF3A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76350" y="3552825"/>
              <a:ext cx="363855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明确任务</a:t>
              </a:r>
            </a:p>
          </p:txBody>
        </p:sp>
        <p:sp>
          <p:nvSpPr>
            <p:cNvPr id="11" name="C17-1--cycle-body--11">
              <a:extLst xmlns:a="http://schemas.openxmlformats.org/drawingml/2006/main">
                <a:ext uri="{FF2B5EF4-FFF2-40B4-BE49-F238E27FC236}">
                  <a16:creationId xmlns:a16="http://schemas.microsoft.com/office/drawing/2014/main" id="{4C63DC18-24DF-4B96-89D1-571F4525E63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76350" y="4095750"/>
              <a:ext cx="3638550" cy="514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5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说明对象与完成条件</a:t>
              </a:r>
            </a:p>
          </p:txBody>
        </p:sp>
        <p:sp>
          <p:nvSpPr>
            <p:cNvPr id="12" name="C17-1--cycle-node--12">
              <a:extLst xmlns:a="http://schemas.openxmlformats.org/drawingml/2006/main">
                <a:ext uri="{FF2B5EF4-FFF2-40B4-BE49-F238E27FC236}">
                  <a16:creationId xmlns:a16="http://schemas.microsoft.com/office/drawing/2014/main" id="{4485F830-53D5-4A90-A012-4712B632054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782300" y="3371850"/>
              <a:ext cx="4095750" cy="1352550"/>
            </a:xfrm>
            <a:prstGeom xmlns:a="http://schemas.openxmlformats.org/drawingml/2006/main" prst="roundRect">
              <a:avLst>
                <a:gd name="adj" fmla="val 16901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3" name="C17-1--cycle-title--13">
              <a:extLst xmlns:a="http://schemas.openxmlformats.org/drawingml/2006/main">
                <a:ext uri="{FF2B5EF4-FFF2-40B4-BE49-F238E27FC236}">
                  <a16:creationId xmlns:a16="http://schemas.microsoft.com/office/drawing/2014/main" id="{BAC8B2FA-D296-4EDF-813A-15158F3B7E8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10900" y="3552825"/>
              <a:ext cx="363855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执行与记录</a:t>
              </a:r>
            </a:p>
          </p:txBody>
        </p:sp>
        <p:sp>
          <p:nvSpPr>
            <p:cNvPr id="14" name="C17-1--cycle-body--14">
              <a:extLst xmlns:a="http://schemas.openxmlformats.org/drawingml/2006/main">
                <a:ext uri="{FF2B5EF4-FFF2-40B4-BE49-F238E27FC236}">
                  <a16:creationId xmlns:a16="http://schemas.microsoft.com/office/drawing/2014/main" id="{CC08E1F7-6C89-475C-B306-3B1521009F1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10900" y="4095750"/>
              <a:ext cx="3638550" cy="514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5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保留输入和过程证据</a:t>
              </a:r>
            </a:p>
          </p:txBody>
        </p:sp>
        <p:sp>
          <p:nvSpPr>
            <p:cNvPr id="15" name="C17-1--cycle-node--15">
              <a:extLst xmlns:a="http://schemas.openxmlformats.org/drawingml/2006/main">
                <a:ext uri="{FF2B5EF4-FFF2-40B4-BE49-F238E27FC236}">
                  <a16:creationId xmlns:a16="http://schemas.microsoft.com/office/drawing/2014/main" id="{E17A43BC-2006-46BB-8664-037EFC978D4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782300" y="6400800"/>
              <a:ext cx="4095750" cy="1352550"/>
            </a:xfrm>
            <a:prstGeom xmlns:a="http://schemas.openxmlformats.org/drawingml/2006/main" prst="roundRect">
              <a:avLst>
                <a:gd name="adj" fmla="val 16901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6" name="C17-1--cycle-title--16">
              <a:extLst xmlns:a="http://schemas.openxmlformats.org/drawingml/2006/main">
                <a:ext uri="{FF2B5EF4-FFF2-40B4-BE49-F238E27FC236}">
                  <a16:creationId xmlns:a16="http://schemas.microsoft.com/office/drawing/2014/main" id="{7649EB76-86C5-4FF6-ADEA-34CEE913530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10900" y="6581775"/>
              <a:ext cx="363855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检查结果</a:t>
              </a:r>
            </a:p>
          </p:txBody>
        </p:sp>
        <p:sp>
          <p:nvSpPr>
            <p:cNvPr id="17" name="C17-1--cycle-body--17">
              <a:extLst xmlns:a="http://schemas.openxmlformats.org/drawingml/2006/main">
                <a:ext uri="{FF2B5EF4-FFF2-40B4-BE49-F238E27FC236}">
                  <a16:creationId xmlns:a16="http://schemas.microsoft.com/office/drawing/2014/main" id="{0CAEA46C-73A7-4F43-A6A1-89A74ACAC01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10900" y="7124700"/>
              <a:ext cx="3638550" cy="514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5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逐项对照完成标准</a:t>
              </a:r>
            </a:p>
          </p:txBody>
        </p:sp>
        <p:sp>
          <p:nvSpPr>
            <p:cNvPr id="18" name="C17-1--cycle-node--18">
              <a:extLst xmlns:a="http://schemas.openxmlformats.org/drawingml/2006/main">
                <a:ext uri="{FF2B5EF4-FFF2-40B4-BE49-F238E27FC236}">
                  <a16:creationId xmlns:a16="http://schemas.microsoft.com/office/drawing/2014/main" id="{5EFA6BD0-E631-42F9-8B5C-7BABCF88B04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7750" y="6400800"/>
              <a:ext cx="4095750" cy="1352550"/>
            </a:xfrm>
            <a:prstGeom xmlns:a="http://schemas.openxmlformats.org/drawingml/2006/main" prst="roundRect">
              <a:avLst>
                <a:gd name="adj" fmla="val 16901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9" name="C17-1--cycle-title--19">
              <a:extLst xmlns:a="http://schemas.openxmlformats.org/drawingml/2006/main">
                <a:ext uri="{FF2B5EF4-FFF2-40B4-BE49-F238E27FC236}">
                  <a16:creationId xmlns:a16="http://schemas.microsoft.com/office/drawing/2014/main" id="{BD85D069-A82C-49BA-A3AA-D5D52692600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76350" y="6581775"/>
              <a:ext cx="363855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修订任务</a:t>
              </a:r>
            </a:p>
          </p:txBody>
        </p:sp>
        <p:sp>
          <p:nvSpPr>
            <p:cNvPr id="20" name="C17-1--cycle-body--20">
              <a:extLst xmlns:a="http://schemas.openxmlformats.org/drawingml/2006/main">
                <a:ext uri="{FF2B5EF4-FFF2-40B4-BE49-F238E27FC236}">
                  <a16:creationId xmlns:a16="http://schemas.microsoft.com/office/drawing/2014/main" id="{603F066E-A200-4176-A813-888C400073C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76350" y="7124700"/>
              <a:ext cx="3638550" cy="514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5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将反馈带入下一轮</a:t>
              </a:r>
            </a:p>
          </p:txBody>
        </p:sp>
        <p:sp>
          <p:nvSpPr>
            <p:cNvPr id="21" name="C17-1--cycle-center--21">
              <a:extLst xmlns:a="http://schemas.openxmlformats.org/drawingml/2006/main">
                <a:ext uri="{FF2B5EF4-FFF2-40B4-BE49-F238E27FC236}">
                  <a16:creationId xmlns:a16="http://schemas.microsoft.com/office/drawing/2014/main" id="{C89B4E85-5371-49BB-B001-1F3FBABF377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920234" y="5295900"/>
              <a:ext cx="6085332" cy="714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检查结果驱动下一轮</a:t>
              </a:r>
            </a:p>
          </p:txBody>
        </p:sp>
      </p:grpSp>
      <p:sp>
        <p:nvSpPr>
          <p:cNvPr id="22" name="chrome--footer-rule--22">
            <a:extLst xmlns:a="http://schemas.openxmlformats.org/drawingml/2006/main">
              <a:ext uri="{FF2B5EF4-FFF2-40B4-BE49-F238E27FC236}">
                <a16:creationId xmlns:a16="http://schemas.microsoft.com/office/drawing/2014/main" id="{4D02E037-F5C3-42F0-BFE6-E21CFA46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23" name="chrome--footer--23">
            <a:extLst xmlns:a="http://schemas.openxmlformats.org/drawingml/2006/main">
              <a:ext uri="{FF2B5EF4-FFF2-40B4-BE49-F238E27FC236}">
                <a16:creationId xmlns:a16="http://schemas.microsoft.com/office/drawing/2014/main" id="{FEA436F8-42E8-4079-A460-1FBF9C7D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使用方式：四个阶段。回路表示需要再次检查，不暗示系统可以完全自主完成审核。</a:t>
            </a:r>
          </a:p>
        </p:txBody>
      </p:sp>
    </p:spTree>
    <p:extLst>
      <p:ext uri="{BB962C8B-B14F-4D97-AF65-F5344CB8AC3E}">
        <p14:creationId xmlns:p14="http://schemas.microsoft.com/office/powerpoint/2010/main" val="3958423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B87FC3-7DBD-4067-9B7C-75059123DA9E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12809220" y="3997325"/>
            <a:ext cx="152400" cy="3111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FF3D12"/>
            </a:solidFill>
            <a:prstDash val="solid"/>
            <a:tailEnd type="triangle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A852BD-50FE-4183-97B0-F9D9CB5E7481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10226040" y="3997325"/>
            <a:ext cx="152400" cy="3111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FF3D12"/>
            </a:solidFill>
            <a:prstDash val="solid"/>
            <a:tailEnd type="triangle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674B04-C560-4AC2-BD39-97FD40660C1B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7642860" y="3997325"/>
            <a:ext cx="152400" cy="1555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FF3D12"/>
            </a:solidFill>
            <a:prstDash val="solid"/>
            <a:tailEnd type="triangle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1A6CB2-79D6-4342-892D-AA42368B9C5C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059680" y="3997325"/>
            <a:ext cx="152400" cy="1555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FF3D12"/>
            </a:solidFill>
            <a:prstDash val="solid"/>
            <a:tailEnd type="triangle" w="med" len="med"/>
          </a:ln>
        </p:spPr>
      </p:cxnSp>
      <p:sp>
        <p:nvSpPr>
          <p:cNvPr id="31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7D63EEB2-8A9C-47FC-BB6F-B22AAC4B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B0477C81-D42F-4A77-9850-100D56F5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291176A4-F154-4DAF-8D37-FA8D6BAC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42BF28F4-9AC5-4752-A1E8-DE6A7803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9C21ECC8-E311-417B-8ED5-662C80AD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C18 / 通用组件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22A0E504-F7D1-4E43-9BB4-E08C1835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跨角</a:t>
            </a:r>
          </a:p>
        </p:txBody>
      </p:sp>
      <p:sp>
        <p:nvSpPr>
          <p:cNvPr id="7" name="chrome--page-title--7">
            <a:extLst xmlns:a="http://schemas.openxmlformats.org/drawingml/2006/main">
              <a:ext uri="{FF2B5EF4-FFF2-40B4-BE49-F238E27FC236}">
                <a16:creationId xmlns:a16="http://schemas.microsoft.com/office/drawing/2014/main" id="{25BBC4B5-9941-4391-8EA4-B6A96063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471" y="1676400"/>
            <a:ext cx="1863743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色泳道</a:t>
            </a:r>
          </a:p>
        </p:txBody>
      </p:sp>
      <p:sp>
        <p:nvSpPr>
          <p:cNvPr id="8" name="chrome--page-subtitle--8">
            <a:extLst xmlns:a="http://schemas.openxmlformats.org/drawingml/2006/main">
              <a:ext uri="{FF2B5EF4-FFF2-40B4-BE49-F238E27FC236}">
                <a16:creationId xmlns:a16="http://schemas.microsoft.com/office/drawing/2014/main" id="{52ED3318-7BB4-4DD7-B5A8-447ACD53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横向步骤表达先后，泳道表达角色，跨道连接线表示交接。</a:t>
            </a:r>
          </a:p>
        </p:txBody>
      </p:sp>
      <p:grpSp>
        <p:nvGrpSpPr>
          <p:cNvPr id="32" name="C18-1"/>
          <p:cNvGrpSpPr/>
          <p:nvPr/>
        </p:nvGrpSpPr>
        <p:grpSpPr>
          <a:xfrm xmlns:a="http://schemas.openxmlformats.org/drawingml/2006/main">
            <a:off x="457200" y="3276600"/>
            <a:ext cx="15011400" cy="4667250"/>
            <a:chOff x="457200" y="3276600"/>
            <a:chExt cx="15011400" cy="4667250"/>
          </a:xfrm>
        </p:grpSpPr>
        <p:sp>
          <p:nvSpPr>
            <p:cNvPr id="9" name="C18-1--swimlane--9">
              <a:extLst xmlns:a="http://schemas.openxmlformats.org/drawingml/2006/main">
                <a:ext uri="{FF2B5EF4-FFF2-40B4-BE49-F238E27FC236}">
                  <a16:creationId xmlns:a16="http://schemas.microsoft.com/office/drawing/2014/main" id="{D6BB505B-CF49-437C-889A-4F91246B265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276600"/>
              <a:ext cx="15011400" cy="1441450"/>
            </a:xfrm>
            <a:prstGeom xmlns:a="http://schemas.openxmlformats.org/drawingml/2006/main" prst="roundRect">
              <a:avLst>
                <a:gd name="adj" fmla="val 10573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0" name="C18-1--lane-role--10">
              <a:extLst xmlns:a="http://schemas.openxmlformats.org/drawingml/2006/main">
                <a:ext uri="{FF2B5EF4-FFF2-40B4-BE49-F238E27FC236}">
                  <a16:creationId xmlns:a16="http://schemas.microsoft.com/office/drawing/2014/main" id="{14232152-16D4-41EE-89D1-54B5B9E6DBE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3844925"/>
              <a:ext cx="161925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9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9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9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业务人员</a:t>
              </a:r>
            </a:p>
          </p:txBody>
        </p:sp>
        <p:sp>
          <p:nvSpPr>
            <p:cNvPr id="11" name="C18-1--swimlane--11">
              <a:extLst xmlns:a="http://schemas.openxmlformats.org/drawingml/2006/main">
                <a:ext uri="{FF2B5EF4-FFF2-40B4-BE49-F238E27FC236}">
                  <a16:creationId xmlns:a16="http://schemas.microsoft.com/office/drawing/2014/main" id="{3992DC2E-E4EE-45E7-B84F-17AE46E6E27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4832350"/>
              <a:ext cx="15011400" cy="1441450"/>
            </a:xfrm>
            <a:prstGeom xmlns:a="http://schemas.openxmlformats.org/drawingml/2006/main" prst="roundRect">
              <a:avLst>
                <a:gd name="adj" fmla="val 10573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2" name="C18-1--lane-role--12">
              <a:extLst xmlns:a="http://schemas.openxmlformats.org/drawingml/2006/main">
                <a:ext uri="{FF2B5EF4-FFF2-40B4-BE49-F238E27FC236}">
                  <a16:creationId xmlns:a16="http://schemas.microsoft.com/office/drawing/2014/main" id="{B09C3592-6E94-4045-AEEF-929C3A9B11D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5400675"/>
              <a:ext cx="161925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9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9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9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协作工具</a:t>
              </a:r>
            </a:p>
          </p:txBody>
        </p:sp>
        <p:sp>
          <p:nvSpPr>
            <p:cNvPr id="13" name="C18-1--swimlane--13">
              <a:extLst xmlns:a="http://schemas.openxmlformats.org/drawingml/2006/main">
                <a:ext uri="{FF2B5EF4-FFF2-40B4-BE49-F238E27FC236}">
                  <a16:creationId xmlns:a16="http://schemas.microsoft.com/office/drawing/2014/main" id="{6D636B54-3F02-4989-B130-48127A1A546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6388100"/>
              <a:ext cx="15011400" cy="1441450"/>
            </a:xfrm>
            <a:prstGeom xmlns:a="http://schemas.openxmlformats.org/drawingml/2006/main" prst="roundRect">
              <a:avLst>
                <a:gd name="adj" fmla="val 10573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4" name="C18-1--lane-role--14">
              <a:extLst xmlns:a="http://schemas.openxmlformats.org/drawingml/2006/main">
                <a:ext uri="{FF2B5EF4-FFF2-40B4-BE49-F238E27FC236}">
                  <a16:creationId xmlns:a16="http://schemas.microsoft.com/office/drawing/2014/main" id="{AC65D0D3-CD80-42A4-BAEB-6DE4ECBF710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6956425"/>
              <a:ext cx="161925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9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9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9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审核人员</a:t>
              </a:r>
            </a:p>
          </p:txBody>
        </p:sp>
        <p:sp>
          <p:nvSpPr>
            <p:cNvPr id="15" name="C18-1--lane-task--15">
              <a:extLst xmlns:a="http://schemas.openxmlformats.org/drawingml/2006/main">
                <a:ext uri="{FF2B5EF4-FFF2-40B4-BE49-F238E27FC236}">
                  <a16:creationId xmlns:a16="http://schemas.microsoft.com/office/drawing/2014/main" id="{FB863BC1-BE95-44A4-9769-4C08ADDD80C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628900" y="3644900"/>
              <a:ext cx="2430780" cy="704850"/>
            </a:xfrm>
            <a:prstGeom xmlns:a="http://schemas.openxmlformats.org/drawingml/2006/main" prst="roundRect">
              <a:avLst>
                <a:gd name="adj" fmla="val 21622"/>
              </a:avLst>
            </a:prstGeom>
            <a:gradFill xmlns:a="http://schemas.openxmlformats.org/drawingml/2006/main">
              <a:gsLst>
                <a:gs pos="0">
                  <a:srgbClr val="FFB456"/>
                </a:gs>
                <a:gs pos="32000">
                  <a:srgbClr val="FF7800"/>
                </a:gs>
                <a:gs pos="68000">
                  <a:srgbClr val="FF3D12"/>
                </a:gs>
                <a:gs pos="100000">
                  <a:srgbClr val="F21916"/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6" name="C18-1--lane-task-title--16">
              <a:extLst xmlns:a="http://schemas.openxmlformats.org/drawingml/2006/main">
                <a:ext uri="{FF2B5EF4-FFF2-40B4-BE49-F238E27FC236}">
                  <a16:creationId xmlns:a16="http://schemas.microsoft.com/office/drawing/2014/main" id="{F8DA2665-87B2-4B7A-9194-71340232D08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43200" y="3844925"/>
              <a:ext cx="2202180" cy="4286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定义任务</a:t>
              </a:r>
            </a:p>
          </p:txBody>
        </p:sp>
        <p:sp>
          <p:nvSpPr>
            <p:cNvPr id="17" name="C18-1--lane-task--17">
              <a:extLst xmlns:a="http://schemas.openxmlformats.org/drawingml/2006/main">
                <a:ext uri="{FF2B5EF4-FFF2-40B4-BE49-F238E27FC236}">
                  <a16:creationId xmlns:a16="http://schemas.microsoft.com/office/drawing/2014/main" id="{B8E8F7C6-DAF3-4BB3-906E-1EB259CB88E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12080" y="5200650"/>
              <a:ext cx="2430780" cy="704850"/>
            </a:xfrm>
            <a:prstGeom xmlns:a="http://schemas.openxmlformats.org/drawingml/2006/main" prst="roundRect">
              <a:avLst>
                <a:gd name="adj" fmla="val 21622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8" name="C18-1--lane-task-title--18">
              <a:extLst xmlns:a="http://schemas.openxmlformats.org/drawingml/2006/main">
                <a:ext uri="{FF2B5EF4-FFF2-40B4-BE49-F238E27FC236}">
                  <a16:creationId xmlns:a16="http://schemas.microsoft.com/office/drawing/2014/main" id="{39AF83DB-5CEE-4CB2-B622-DF6D6984BA9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26380" y="5400675"/>
              <a:ext cx="2202180" cy="4286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组织材料</a:t>
              </a:r>
            </a:p>
          </p:txBody>
        </p:sp>
        <p:sp>
          <p:nvSpPr>
            <p:cNvPr id="19" name="C18-1--lane-task--19">
              <a:extLst xmlns:a="http://schemas.openxmlformats.org/drawingml/2006/main">
                <a:ext uri="{FF2B5EF4-FFF2-40B4-BE49-F238E27FC236}">
                  <a16:creationId xmlns:a16="http://schemas.microsoft.com/office/drawing/2014/main" id="{E0E8C062-88E7-4D43-882F-AAF4906421B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795260" y="3644900"/>
              <a:ext cx="2430780" cy="704850"/>
            </a:xfrm>
            <a:prstGeom xmlns:a="http://schemas.openxmlformats.org/drawingml/2006/main" prst="roundRect">
              <a:avLst>
                <a:gd name="adj" fmla="val 21622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20" name="C18-1--lane-task-title--20">
              <a:extLst xmlns:a="http://schemas.openxmlformats.org/drawingml/2006/main">
                <a:ext uri="{FF2B5EF4-FFF2-40B4-BE49-F238E27FC236}">
                  <a16:creationId xmlns:a16="http://schemas.microsoft.com/office/drawing/2014/main" id="{FED45666-BFB4-4EBB-A46E-6916E1BE8B2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09560" y="3844925"/>
              <a:ext cx="2202180" cy="4286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补充说明</a:t>
              </a:r>
            </a:p>
          </p:txBody>
        </p:sp>
        <p:sp>
          <p:nvSpPr>
            <p:cNvPr id="21" name="C18-1--lane-task--21">
              <a:extLst xmlns:a="http://schemas.openxmlformats.org/drawingml/2006/main">
                <a:ext uri="{FF2B5EF4-FFF2-40B4-BE49-F238E27FC236}">
                  <a16:creationId xmlns:a16="http://schemas.microsoft.com/office/drawing/2014/main" id="{99E781BA-C95F-409D-9637-5F749833246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78440" y="6756400"/>
              <a:ext cx="2430780" cy="704850"/>
            </a:xfrm>
            <a:prstGeom xmlns:a="http://schemas.openxmlformats.org/drawingml/2006/main" prst="roundRect">
              <a:avLst>
                <a:gd name="adj" fmla="val 21622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22" name="C18-1--lane-task-title--22">
              <a:extLst xmlns:a="http://schemas.openxmlformats.org/drawingml/2006/main">
                <a:ext uri="{FF2B5EF4-FFF2-40B4-BE49-F238E27FC236}">
                  <a16:creationId xmlns:a16="http://schemas.microsoft.com/office/drawing/2014/main" id="{6445825E-7851-4717-9242-AE87F88A1BB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92740" y="6956425"/>
              <a:ext cx="2202180" cy="4286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审核结果</a:t>
              </a:r>
            </a:p>
          </p:txBody>
        </p:sp>
        <p:sp>
          <p:nvSpPr>
            <p:cNvPr id="23" name="C18-1--lane-task--23">
              <a:extLst xmlns:a="http://schemas.openxmlformats.org/drawingml/2006/main">
                <a:ext uri="{FF2B5EF4-FFF2-40B4-BE49-F238E27FC236}">
                  <a16:creationId xmlns:a16="http://schemas.microsoft.com/office/drawing/2014/main" id="{A6130F48-4DA6-4CF9-8929-ED166852C11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961620" y="3644900"/>
              <a:ext cx="2430780" cy="704850"/>
            </a:xfrm>
            <a:prstGeom xmlns:a="http://schemas.openxmlformats.org/drawingml/2006/main" prst="roundRect">
              <a:avLst>
                <a:gd name="adj" fmla="val 21622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24" name="C18-1--lane-task-title--24">
              <a:extLst xmlns:a="http://schemas.openxmlformats.org/drawingml/2006/main">
                <a:ext uri="{FF2B5EF4-FFF2-40B4-BE49-F238E27FC236}">
                  <a16:creationId xmlns:a16="http://schemas.microsoft.com/office/drawing/2014/main" id="{0200D10C-84CA-4C03-9093-E7F574E801D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75920" y="3844925"/>
              <a:ext cx="2202180" cy="4286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确认交付</a:t>
              </a:r>
            </a:p>
          </p:txBody>
        </p:sp>
      </p:grpSp>
      <p:sp>
        <p:nvSpPr>
          <p:cNvPr id="25" name="chrome--footer-rule--25">
            <a:extLst xmlns:a="http://schemas.openxmlformats.org/drawingml/2006/main">
              <a:ext uri="{FF2B5EF4-FFF2-40B4-BE49-F238E27FC236}">
                <a16:creationId xmlns:a16="http://schemas.microsoft.com/office/drawing/2014/main" id="{B31BD026-9D58-4494-9B31-98773166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26" name="chrome--footer--26">
            <a:extLst xmlns:a="http://schemas.openxmlformats.org/drawingml/2006/main">
              <a:ext uri="{FF2B5EF4-FFF2-40B4-BE49-F238E27FC236}">
                <a16:creationId xmlns:a16="http://schemas.microsoft.com/office/drawing/2014/main" id="{D5F7E46F-7E67-4714-B6BD-18034DEA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使用方式：二至三个角色、三至五个任务节点。交接方向与责任需要结合实际流程确认。</a:t>
            </a:r>
          </a:p>
        </p:txBody>
      </p:sp>
    </p:spTree>
    <p:extLst>
      <p:ext uri="{BB962C8B-B14F-4D97-AF65-F5344CB8AC3E}">
        <p14:creationId xmlns:p14="http://schemas.microsoft.com/office/powerpoint/2010/main" val="11425155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EE101F-310F-46D2-8409-B468782F6622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0198100" y="542925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F3D12"/>
            </a:solidFill>
            <a:prstDash val="solid"/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81A240-4AF7-4E51-9EF6-559C1FE373CC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927600" y="542925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F3D12"/>
            </a:solidFill>
            <a:prstDash val="solid"/>
            <a:tailEnd type="triangle" w="med" len="med"/>
          </a:ln>
        </p:spPr>
      </p:cxnSp>
      <p:sp>
        <p:nvSpPr>
          <p:cNvPr id="25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FFDE207F-FE4C-4A6C-982C-3E297E8B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E2DCB5FB-4867-47D0-B9FA-E1450149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388CC7AF-DF4A-4FC8-846D-173C9824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2D1C25BB-A416-4766-9654-B1EDB3F5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64FA498D-2AE5-473B-8BFD-43093DDE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C19 / 通用组件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D32CFD7B-391C-4941-8E26-64923BBC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7" name="chrome--page-title--7">
            <a:extLst xmlns:a="http://schemas.openxmlformats.org/drawingml/2006/main">
              <a:ext uri="{FF2B5EF4-FFF2-40B4-BE49-F238E27FC236}">
                <a16:creationId xmlns:a16="http://schemas.microsoft.com/office/drawing/2014/main" id="{DCBB4B32-F90A-4C64-B251-2FEB2F65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471" y="1676400"/>
            <a:ext cx="1863743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与输出</a:t>
            </a:r>
          </a:p>
        </p:txBody>
      </p:sp>
      <p:sp>
        <p:nvSpPr>
          <p:cNvPr id="8" name="chrome--page-subtitle--8">
            <a:extLst xmlns:a="http://schemas.openxmlformats.org/drawingml/2006/main">
              <a:ext uri="{FF2B5EF4-FFF2-40B4-BE49-F238E27FC236}">
                <a16:creationId xmlns:a16="http://schemas.microsoft.com/office/drawing/2014/main" id="{EB75B608-59C1-4D55-AB3F-9AF594D1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明确进入任务的材料、处理范围和最终交付物。</a:t>
            </a:r>
          </a:p>
        </p:txBody>
      </p:sp>
      <p:grpSp>
        <p:nvGrpSpPr>
          <p:cNvPr id="26" name="C19-1"/>
          <p:cNvGrpSpPr/>
          <p:nvPr/>
        </p:nvGrpSpPr>
        <p:grpSpPr>
          <a:xfrm xmlns:a="http://schemas.openxmlformats.org/drawingml/2006/main">
            <a:off x="457200" y="3476625"/>
            <a:ext cx="15011400" cy="3905250"/>
            <a:chOff x="457200" y="3476625"/>
            <a:chExt cx="15011400" cy="3905250"/>
          </a:xfrm>
        </p:grpSpPr>
        <p:sp>
          <p:nvSpPr>
            <p:cNvPr id="9" name="C19-1--io-surface--9">
              <a:extLst xmlns:a="http://schemas.openxmlformats.org/drawingml/2006/main">
                <a:ext uri="{FF2B5EF4-FFF2-40B4-BE49-F238E27FC236}">
                  <a16:creationId xmlns:a16="http://schemas.microsoft.com/office/drawing/2014/main" id="{2D0EC666-862A-45F6-A765-6B26D82D85B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476625"/>
              <a:ext cx="4470400" cy="3905250"/>
            </a:xfrm>
            <a:prstGeom xmlns:a="http://schemas.openxmlformats.org/drawingml/2006/main" prst="roundRect">
              <a:avLst>
                <a:gd name="adj" fmla="val 5854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0" name="C19-1--io-type--10">
              <a:extLst xmlns:a="http://schemas.openxmlformats.org/drawingml/2006/main">
                <a:ext uri="{FF2B5EF4-FFF2-40B4-BE49-F238E27FC236}">
                  <a16:creationId xmlns:a16="http://schemas.microsoft.com/office/drawing/2014/main" id="{79C1C6EF-A597-4346-807B-50D13C2B7A7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3705225"/>
              <a:ext cx="401320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5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输入</a:t>
              </a:r>
            </a:p>
          </p:txBody>
        </p:sp>
        <p:sp>
          <p:nvSpPr>
            <p:cNvPr id="11" name="C19-1--io-title--11">
              <a:extLst xmlns:a="http://schemas.openxmlformats.org/drawingml/2006/main">
                <a:ext uri="{FF2B5EF4-FFF2-40B4-BE49-F238E27FC236}">
                  <a16:creationId xmlns:a16="http://schemas.microsoft.com/office/drawing/2014/main" id="{D7BE6223-28FA-4B64-9757-82527B35109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4305300"/>
              <a:ext cx="4013200" cy="781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已确认的材料</a:t>
              </a:r>
            </a:p>
          </p:txBody>
        </p:sp>
        <p:sp>
          <p:nvSpPr>
            <p:cNvPr id="12" name="C19-1--io-body--12">
              <a:extLst xmlns:a="http://schemas.openxmlformats.org/drawingml/2006/main">
                <a:ext uri="{FF2B5EF4-FFF2-40B4-BE49-F238E27FC236}">
                  <a16:creationId xmlns:a16="http://schemas.microsoft.com/office/drawing/2014/main" id="{22A3890F-76DD-4BC3-BF1F-5EA5EE0D718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5362575"/>
              <a:ext cx="4013200" cy="1771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事实记录与参考文件</a:t>
              </a:r>
            </a:p>
            <a:p xmlns:a="http://schemas.openxmlformats.org/drawingml/2006/main">
              <a: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必要权限和限制</a:t>
              </a:r>
            </a:p>
          </p:txBody>
        </p:sp>
        <p:sp>
          <p:nvSpPr>
            <p:cNvPr id="13" name="C19-1--io-surface--13">
              <a:extLst xmlns:a="http://schemas.openxmlformats.org/drawingml/2006/main">
                <a:ext uri="{FF2B5EF4-FFF2-40B4-BE49-F238E27FC236}">
                  <a16:creationId xmlns:a16="http://schemas.microsoft.com/office/drawing/2014/main" id="{812F93DF-883F-47F7-B7A0-5A74182A32C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27700" y="3476625"/>
              <a:ext cx="4470400" cy="3905250"/>
            </a:xfrm>
            <a:prstGeom xmlns:a="http://schemas.openxmlformats.org/drawingml/2006/main" prst="roundRect">
              <a:avLst>
                <a:gd name="adj" fmla="val 5854"/>
              </a:avLst>
            </a:prstGeom>
            <a:gradFill xmlns:a="http://schemas.openxmlformats.org/drawingml/2006/main">
              <a:gsLst>
                <a:gs pos="0">
                  <a:srgbClr val="FFB456"/>
                </a:gs>
                <a:gs pos="32000">
                  <a:srgbClr val="FF7800"/>
                </a:gs>
                <a:gs pos="68000">
                  <a:srgbClr val="FF3D12"/>
                </a:gs>
                <a:gs pos="100000">
                  <a:srgbClr val="F21916"/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4" name="C19-1--io-type--14">
              <a:extLst xmlns:a="http://schemas.openxmlformats.org/drawingml/2006/main">
                <a:ext uri="{FF2B5EF4-FFF2-40B4-BE49-F238E27FC236}">
                  <a16:creationId xmlns:a16="http://schemas.microsoft.com/office/drawing/2014/main" id="{C314E68D-5FED-4EC0-A3E8-AB0645F6B3A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56300" y="3705225"/>
              <a:ext cx="401320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5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处理</a:t>
              </a:r>
            </a:p>
          </p:txBody>
        </p:sp>
        <p:sp>
          <p:nvSpPr>
            <p:cNvPr id="15" name="C19-1--io-title--15">
              <a:extLst xmlns:a="http://schemas.openxmlformats.org/drawingml/2006/main">
                <a:ext uri="{FF2B5EF4-FFF2-40B4-BE49-F238E27FC236}">
                  <a16:creationId xmlns:a16="http://schemas.microsoft.com/office/drawing/2014/main" id="{4E5AF2C6-8225-42E6-BE2A-E9B52E3BB6C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56300" y="4305300"/>
              <a:ext cx="4013200" cy="781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约定的处理</a:t>
              </a:r>
            </a:p>
          </p:txBody>
        </p:sp>
        <p:sp>
          <p:nvSpPr>
            <p:cNvPr id="16" name="C19-1--io-body--16">
              <a:extLst xmlns:a="http://schemas.openxmlformats.org/drawingml/2006/main">
                <a:ext uri="{FF2B5EF4-FFF2-40B4-BE49-F238E27FC236}">
                  <a16:creationId xmlns:a16="http://schemas.microsoft.com/office/drawing/2014/main" id="{B270BF8A-F3F1-495A-AFFE-6D3B6578285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56300" y="5362575"/>
              <a:ext cx="4013200" cy="1771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整理与核对内容</a:t>
              </a:r>
            </a:p>
            <a:p xmlns:a="http://schemas.openxmlformats.org/drawingml/2006/main">
              <a: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保留原始依据</a:t>
              </a:r>
            </a:p>
          </p:txBody>
        </p:sp>
        <p:sp>
          <p:nvSpPr>
            <p:cNvPr id="17" name="C19-1--io-surface--17">
              <a:extLst xmlns:a="http://schemas.openxmlformats.org/drawingml/2006/main">
                <a:ext uri="{FF2B5EF4-FFF2-40B4-BE49-F238E27FC236}">
                  <a16:creationId xmlns:a16="http://schemas.microsoft.com/office/drawing/2014/main" id="{BE9F448B-41A4-48FB-80E1-2086424D6F3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998200" y="3476625"/>
              <a:ext cx="4470400" cy="3905250"/>
            </a:xfrm>
            <a:prstGeom xmlns:a="http://schemas.openxmlformats.org/drawingml/2006/main" prst="roundRect">
              <a:avLst>
                <a:gd name="adj" fmla="val 5854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8" name="C19-1--io-type--18">
              <a:extLst xmlns:a="http://schemas.openxmlformats.org/drawingml/2006/main">
                <a:ext uri="{FF2B5EF4-FFF2-40B4-BE49-F238E27FC236}">
                  <a16:creationId xmlns:a16="http://schemas.microsoft.com/office/drawing/2014/main" id="{9C81BADC-F9B4-4C65-AA0C-A8F12C76904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226800" y="3705225"/>
              <a:ext cx="401320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5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输出</a:t>
              </a:r>
            </a:p>
          </p:txBody>
        </p:sp>
        <p:sp>
          <p:nvSpPr>
            <p:cNvPr id="19" name="C19-1--io-title--19">
              <a:extLst xmlns:a="http://schemas.openxmlformats.org/drawingml/2006/main">
                <a:ext uri="{FF2B5EF4-FFF2-40B4-BE49-F238E27FC236}">
                  <a16:creationId xmlns:a16="http://schemas.microsoft.com/office/drawing/2014/main" id="{7D0F94BF-F7F3-4F9F-8120-D9E21987A37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226800" y="4305300"/>
              <a:ext cx="4013200" cy="781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可检查的结果</a:t>
              </a:r>
            </a:p>
          </p:txBody>
        </p:sp>
        <p:sp>
          <p:nvSpPr>
            <p:cNvPr id="20" name="C19-1--io-body--20">
              <a:extLst xmlns:a="http://schemas.openxmlformats.org/drawingml/2006/main">
                <a:ext uri="{FF2B5EF4-FFF2-40B4-BE49-F238E27FC236}">
                  <a16:creationId xmlns:a16="http://schemas.microsoft.com/office/drawing/2014/main" id="{FC74BA22-762F-4708-B9C4-BD4400AA77D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226800" y="5362575"/>
              <a:ext cx="4013200" cy="1771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结构清晰的交付物</a:t>
              </a:r>
            </a:p>
            <a:p xmlns:a="http://schemas.openxmlformats.org/drawingml/2006/main">
              <a: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待确认事项清单</a:t>
              </a:r>
            </a:p>
          </p:txBody>
        </p:sp>
      </p:grpSp>
      <p:sp>
        <p:nvSpPr>
          <p:cNvPr id="21" name="chrome--footer-rule--21">
            <a:extLst xmlns:a="http://schemas.openxmlformats.org/drawingml/2006/main">
              <a:ext uri="{FF2B5EF4-FFF2-40B4-BE49-F238E27FC236}">
                <a16:creationId xmlns:a16="http://schemas.microsoft.com/office/drawing/2014/main" id="{462FFB17-8778-4CC0-8A98-45F582CE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22" name="chrome--footer--22">
            <a:extLst xmlns:a="http://schemas.openxmlformats.org/drawingml/2006/main">
              <a:ext uri="{FF2B5EF4-FFF2-40B4-BE49-F238E27FC236}">
                <a16:creationId xmlns:a16="http://schemas.microsoft.com/office/drawing/2014/main" id="{96D49F6F-CE55-4B81-B970-98FCC112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使用方式：交付物应写出可检查的形式。输出不等同于已批准，审批责任需要另行明确。</a:t>
            </a:r>
          </a:p>
        </p:txBody>
      </p:sp>
    </p:spTree>
    <p:extLst>
      <p:ext uri="{BB962C8B-B14F-4D97-AF65-F5344CB8AC3E}">
        <p14:creationId xmlns:p14="http://schemas.microsoft.com/office/powerpoint/2010/main" val="128041427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552C1649-BF3D-4173-8817-91F7A66A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2D982DDE-DBC9-4D9C-A863-EFEBB61C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3126BDE6-6EA8-498A-BBB6-B5D4C279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9E461A95-B9E3-4CC3-A5D6-571147CB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7DA67CCC-97C5-43BC-BB10-CCC1BB4B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C20 / 通用组件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49AD6E89-2114-4084-9C32-8F616FDF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能力</a:t>
            </a:r>
          </a:p>
        </p:txBody>
      </p:sp>
      <p:sp>
        <p:nvSpPr>
          <p:cNvPr id="7" name="chrome--page-title--7">
            <a:extLst xmlns:a="http://schemas.openxmlformats.org/drawingml/2006/main">
              <a:ext uri="{FF2B5EF4-FFF2-40B4-BE49-F238E27FC236}">
                <a16:creationId xmlns:a16="http://schemas.microsoft.com/office/drawing/2014/main" id="{216BC61E-004E-4C93-A970-FEEEA444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471" y="1676400"/>
            <a:ext cx="1863743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覆盖表</a:t>
            </a:r>
          </a:p>
        </p:txBody>
      </p:sp>
      <p:sp>
        <p:nvSpPr>
          <p:cNvPr id="8" name="chrome--page-subtitle--8">
            <a:extLst xmlns:a="http://schemas.openxmlformats.org/drawingml/2006/main">
              <a:ext uri="{FF2B5EF4-FFF2-40B4-BE49-F238E27FC236}">
                <a16:creationId xmlns:a16="http://schemas.microsoft.com/office/drawing/2014/main" id="{1A43AA09-75DB-4DD1-BC65-76A67C4D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把对象、能力与使用范围放到同一张表中，避免只罗列名称。</a:t>
            </a:r>
          </a:p>
        </p:txBody>
      </p:sp>
      <p:grpSp>
        <p:nvGrpSpPr>
          <p:cNvPr id="14" name="C20-1"/>
          <p:cNvGrpSpPr/>
          <p:nvPr/>
        </p:nvGrpSpPr>
        <p:grpSpPr>
          <a:xfrm xmlns:a="http://schemas.openxmlformats.org/drawingml/2006/main">
            <a:off x="457200" y="3371850"/>
            <a:ext cx="15011400" cy="4343400"/>
            <a:chOff x="457200" y="3371850"/>
            <a:chExt cx="15011400" cy="4343400"/>
          </a:xfrm>
        </p:grpSpPr>
        <p:sp>
          <p:nvSpPr>
            <p:cNvPr id="9" name="C20-1--coverage-surface--9">
              <a:extLst xmlns:a="http://schemas.openxmlformats.org/drawingml/2006/main">
                <a:ext uri="{FF2B5EF4-FFF2-40B4-BE49-F238E27FC236}">
                  <a16:creationId xmlns:a16="http://schemas.microsoft.com/office/drawing/2014/main" id="{B43CD351-CF68-495F-8AFF-46954797C77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371850"/>
              <a:ext cx="15011400" cy="4343400"/>
            </a:xfrm>
            <a:prstGeom xmlns:a="http://schemas.openxmlformats.org/drawingml/2006/main" prst="roundRect">
              <a:avLst>
                <a:gd name="adj" fmla="val 5263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</p:grp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329A53-97D2-4D7C-9FFD-F63B4B1CD2A3}"/>
              </a:ext>
            </a:extLst>
          </p:cNvPr>
          <p:cNvGraphicFramePr/>
          <p:nvPr/>
        </p:nvGraphicFramePr>
        <p:xfrm>
          <a:off xmlns:a="http://schemas.openxmlformats.org/drawingml/2006/main" x="628650" y="3543300"/>
          <a:ext xmlns:a="http://schemas.openxmlformats.org/drawingml/2006/main" cx="146685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33750"/>
                <a:gridCol w="6286500"/>
                <a:gridCol w="5048250"/>
              </a:tblGrid>
              <a:tr h="590550">
                <a:tc>
                  <a:txBody>
                    <a:bodyPr lIns="171450" tIns="133350" rIns="152400" bIns="133350"/>
                    <a:lstStyle/>
                    <a:p>
                      <a:r>
                        <a:rPr sz="1650" b="1">
                          <a:solidFill>
                            <a:srgbClr val="B92A1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工作领域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E5DDD6"/>
                      </a:solidFill>
                      <a:prstDash val="solid"/>
                    </a:lnL>
                    <a:lnR w="7620">
                      <a:solidFill>
                        <a:srgbClr val="E5DDD6"/>
                      </a:solidFill>
                      <a:prstDash val="solid"/>
                    </a:lnR>
                    <a:lnT w="7620">
                      <a:solidFill>
                        <a:srgbClr val="E5DDD6"/>
                      </a:solidFill>
                      <a:prstDash val="solid"/>
                    </a:lnT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6EC">
                        <a:alpha val="90000"/>
                      </a:srgbClr>
                    </a:solidFill>
                  </a:tcPr>
                </a:tc>
                <a:tc>
                  <a:txBody>
                    <a:bodyPr lIns="171450" tIns="133350" rIns="152400" bIns="133350"/>
                    <a:lstStyle/>
                    <a:p>
                      <a:r>
                        <a:rPr sz="1650" b="1">
                          <a:solidFill>
                            <a:srgbClr val="B92A1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能力范围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T w="7620">
                      <a:solidFill>
                        <a:srgbClr val="E5DDD6"/>
                      </a:solidFill>
                      <a:prstDash val="solid"/>
                    </a:lnT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6EC">
                        <a:alpha val="90000"/>
                      </a:srgbClr>
                    </a:solidFill>
                  </a:tcPr>
                </a:tc>
                <a:tc>
                  <a:txBody>
                    <a:bodyPr lIns="171450" tIns="133350" rIns="152400" bIns="133350"/>
                    <a:lstStyle/>
                    <a:p>
                      <a:r>
                        <a:rPr sz="1650" b="1">
                          <a:solidFill>
                            <a:srgbClr val="B92A1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使用条件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T w="7620">
                      <a:solidFill>
                        <a:srgbClr val="E5DDD6"/>
                      </a:solidFill>
                      <a:prstDash val="solid"/>
                    </a:lnT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6EC">
                        <a:alpha val="90000"/>
                      </a:srgbClr>
                    </a:solidFill>
                  </a:tcPr>
                </a:tc>
              </a:tr>
              <a:tr h="852488">
                <a:tc>
                  <a:txBody>
                    <a:bodyPr lIns="171450" tIns="13335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内容整理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E5DDD6"/>
                      </a:solidFill>
                      <a:prstDash val="solid"/>
                    </a:lnL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71450" tIns="13335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摘要、分类与结构化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71450" tIns="13335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使用有权限的参考材料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852488">
                <a:tc>
                  <a:txBody>
                    <a:bodyPr lIns="171450" tIns="13335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协同编写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E5DDD6"/>
                      </a:solidFill>
                      <a:prstDash val="solid"/>
                    </a:lnL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5F2F1">
                        <a:alpha val="35000"/>
                      </a:srgbClr>
                    </a:solidFill>
                  </a:tcPr>
                </a:tc>
                <a:tc>
                  <a:txBody>
                    <a:bodyPr lIns="171450" tIns="13335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生成初稿与补充说明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5F2F1">
                        <a:alpha val="35000"/>
                      </a:srgbClr>
                    </a:solidFill>
                  </a:tcPr>
                </a:tc>
                <a:tc>
                  <a:txBody>
                    <a:bodyPr lIns="171450" tIns="13335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保留来源与版本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5F2F1">
                        <a:alpha val="35000"/>
                      </a:srgbClr>
                    </a:solidFill>
                  </a:tcPr>
                </a:tc>
              </a:tr>
              <a:tr h="852488">
                <a:tc>
                  <a:txBody>
                    <a:bodyPr lIns="171450" tIns="13335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质量检查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E5DDD6"/>
                      </a:solidFill>
                      <a:prstDash val="solid"/>
                    </a:lnL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71450" tIns="13335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一致性与遗漏提示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71450" tIns="13335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人工复核后交付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852488">
                <a:tc>
                  <a:txBody>
                    <a:bodyPr lIns="171450" tIns="13335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交付归档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E5DDD6"/>
                      </a:solidFill>
                      <a:prstDash val="solid"/>
                    </a:lnL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5F2F1">
                        <a:alpha val="35000"/>
                      </a:srgbClr>
                    </a:solidFill>
                  </a:tcPr>
                </a:tc>
                <a:tc>
                  <a:txBody>
                    <a:bodyPr lIns="171450" tIns="13335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导出结果与过程记录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5F2F1">
                        <a:alpha val="35000"/>
                      </a:srgbClr>
                    </a:solidFill>
                  </a:tcPr>
                </a:tc>
                <a:tc>
                  <a:txBody>
                    <a:bodyPr lIns="171450" tIns="13335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按约定权限保存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5F2F1">
                        <a:alpha val="3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chrome--footer-rule--10">
            <a:extLst xmlns:a="http://schemas.openxmlformats.org/drawingml/2006/main">
              <a:ext uri="{FF2B5EF4-FFF2-40B4-BE49-F238E27FC236}">
                <a16:creationId xmlns:a16="http://schemas.microsoft.com/office/drawing/2014/main" id="{13D74895-651D-403B-864E-9C39E589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12" name="chrome--footer--11">
            <a:extLst xmlns:a="http://schemas.openxmlformats.org/drawingml/2006/main">
              <a:ext uri="{FF2B5EF4-FFF2-40B4-BE49-F238E27FC236}">
                <a16:creationId xmlns:a16="http://schemas.microsoft.com/office/drawing/2014/main" id="{2752B888-BE28-4756-88C4-DF9B28F9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范围示例。正式介绍产品时，请将能力状态写清，不把概念范围当作已上线功能。</a:t>
            </a:r>
          </a:p>
        </p:txBody>
      </p:sp>
    </p:spTree>
    <p:extLst>
      <p:ext uri="{BB962C8B-B14F-4D97-AF65-F5344CB8AC3E}">
        <p14:creationId xmlns:p14="http://schemas.microsoft.com/office/powerpoint/2010/main" val="56585889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C3C63C07-3FCC-4D84-9950-76DD6836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D9B1FAC1-07A4-463D-864A-27B2D04B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397C2D47-62CD-4260-82E7-A480C023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D0BC680C-07E0-41BC-B825-F0A9F47D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8B6D1BFA-4E74-4915-99B1-8EF792D9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C21 / 通用组件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3D8EE7F9-BA65-4941-ABDB-A7382188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7" name="chrome--page-title--7">
            <a:extLst xmlns:a="http://schemas.openxmlformats.org/drawingml/2006/main">
              <a:ext uri="{FF2B5EF4-FFF2-40B4-BE49-F238E27FC236}">
                <a16:creationId xmlns:a16="http://schemas.microsoft.com/office/drawing/2014/main" id="{69DBF9AF-ECEA-4162-B71C-4CA37AC5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471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8" name="chrome--page-subtitle--8">
            <a:extLst xmlns:a="http://schemas.openxmlformats.org/drawingml/2006/main">
              <a:ext uri="{FF2B5EF4-FFF2-40B4-BE49-F238E27FC236}">
                <a16:creationId xmlns:a16="http://schemas.microsoft.com/office/drawing/2014/main" id="{7AFE9E59-C5BF-49FA-B2C2-9C46C616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一个案例同时保留情境、行动与观察，结果不能脱离适用边界。</a:t>
            </a:r>
          </a:p>
        </p:txBody>
      </p:sp>
      <p:grpSp>
        <p:nvGrpSpPr>
          <p:cNvPr id="22" name="C21-1"/>
          <p:cNvGrpSpPr/>
          <p:nvPr/>
        </p:nvGrpSpPr>
        <p:grpSpPr>
          <a:xfrm xmlns:a="http://schemas.openxmlformats.org/drawingml/2006/main">
            <a:off x="457200" y="3276600"/>
            <a:ext cx="15011400" cy="4667250"/>
            <a:chOff x="457200" y="3276600"/>
            <a:chExt cx="15011400" cy="4667250"/>
          </a:xfrm>
        </p:grpSpPr>
        <p:sp>
          <p:nvSpPr>
            <p:cNvPr id="9" name="C21-1--case-context--9">
              <a:extLst xmlns:a="http://schemas.openxmlformats.org/drawingml/2006/main">
                <a:ext uri="{FF2B5EF4-FFF2-40B4-BE49-F238E27FC236}">
                  <a16:creationId xmlns:a16="http://schemas.microsoft.com/office/drawing/2014/main" id="{C0E794C7-5B66-4C4A-9970-015E08C3C74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276600"/>
              <a:ext cx="15011400" cy="1066800"/>
            </a:xfrm>
            <a:prstGeom xmlns:a="http://schemas.openxmlformats.org/drawingml/2006/main" prst="roundRect">
              <a:avLst>
                <a:gd name="adj" fmla="val 21429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0" name="C21-1--case-context-label--10">
              <a:extLst xmlns:a="http://schemas.openxmlformats.org/drawingml/2006/main">
                <a:ext uri="{FF2B5EF4-FFF2-40B4-BE49-F238E27FC236}">
                  <a16:creationId xmlns:a16="http://schemas.microsoft.com/office/drawing/2014/main" id="{FADE8060-F97F-40C5-90AC-F2BAD627F4C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3495675"/>
              <a:ext cx="952500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情境</a:t>
              </a:r>
            </a:p>
          </p:txBody>
        </p:sp>
        <p:sp>
          <p:nvSpPr>
            <p:cNvPr id="11" name="C21-1--case-context-body--11">
              <a:extLst xmlns:a="http://schemas.openxmlformats.org/drawingml/2006/main">
                <a:ext uri="{FF2B5EF4-FFF2-40B4-BE49-F238E27FC236}">
                  <a16:creationId xmlns:a16="http://schemas.microsoft.com/office/drawing/2014/main" id="{A131CC0E-1FD3-4F98-A91D-4EE3B211DFF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33550" y="3486150"/>
              <a:ext cx="13439775" cy="723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团队需要把零散项目记录整理成评审材料。</a:t>
              </a:r>
            </a:p>
          </p:txBody>
        </p:sp>
        <p:sp>
          <p:nvSpPr>
            <p:cNvPr id="12" name="C21-1--case-detail--12">
              <a:extLst xmlns:a="http://schemas.openxmlformats.org/drawingml/2006/main">
                <a:ext uri="{FF2B5EF4-FFF2-40B4-BE49-F238E27FC236}">
                  <a16:creationId xmlns:a16="http://schemas.microsoft.com/office/drawing/2014/main" id="{8CADFB7D-4204-4B94-8020-491E007DBEA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4572000"/>
              <a:ext cx="7362825" cy="2628900"/>
            </a:xfrm>
            <a:prstGeom xmlns:a="http://schemas.openxmlformats.org/drawingml/2006/main" prst="roundRect">
              <a:avLst>
                <a:gd name="adj" fmla="val 8696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3" name="C21-1--case-detail-label--13">
              <a:extLst xmlns:a="http://schemas.openxmlformats.org/drawingml/2006/main">
                <a:ext uri="{FF2B5EF4-FFF2-40B4-BE49-F238E27FC236}">
                  <a16:creationId xmlns:a16="http://schemas.microsoft.com/office/drawing/2014/main" id="{2E339A2C-E850-4584-8A4A-02FE2C2D708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4791075"/>
              <a:ext cx="6905625" cy="3714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采取的行动</a:t>
              </a:r>
            </a:p>
          </p:txBody>
        </p:sp>
        <p:sp>
          <p:nvSpPr>
            <p:cNvPr id="14" name="C21-1--case-detail-body--14">
              <a:extLst xmlns:a="http://schemas.openxmlformats.org/drawingml/2006/main">
                <a:ext uri="{FF2B5EF4-FFF2-40B4-BE49-F238E27FC236}">
                  <a16:creationId xmlns:a16="http://schemas.microsoft.com/office/drawing/2014/main" id="{EC0E20FC-E511-4CC1-80E5-C3B00E14ABB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5391150"/>
              <a:ext cx="6905625" cy="1619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先确认受众和参考范围，再组织草稿，逐项核对原始记录。</a:t>
              </a:r>
            </a:p>
          </p:txBody>
        </p:sp>
        <p:sp>
          <p:nvSpPr>
            <p:cNvPr id="15" name="C21-1--case-detail--15">
              <a:extLst xmlns:a="http://schemas.openxmlformats.org/drawingml/2006/main">
                <a:ext uri="{FF2B5EF4-FFF2-40B4-BE49-F238E27FC236}">
                  <a16:creationId xmlns:a16="http://schemas.microsoft.com/office/drawing/2014/main" id="{2B936DFE-22D4-4FAD-AB3A-341601B46E8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05775" y="4572000"/>
              <a:ext cx="7362825" cy="2628900"/>
            </a:xfrm>
            <a:prstGeom xmlns:a="http://schemas.openxmlformats.org/drawingml/2006/main" prst="roundRect">
              <a:avLst>
                <a:gd name="adj" fmla="val 8696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6" name="C21-1--case-detail-label--16">
              <a:extLst xmlns:a="http://schemas.openxmlformats.org/drawingml/2006/main">
                <a:ext uri="{FF2B5EF4-FFF2-40B4-BE49-F238E27FC236}">
                  <a16:creationId xmlns:a16="http://schemas.microsoft.com/office/drawing/2014/main" id="{BE8E22B2-104F-4D97-8620-D44C1C8839B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334375" y="4791075"/>
              <a:ext cx="6905625" cy="3714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观察与结果</a:t>
              </a:r>
            </a:p>
          </p:txBody>
        </p:sp>
        <p:sp>
          <p:nvSpPr>
            <p:cNvPr id="17" name="C21-1--case-detail-body--17">
              <a:extLst xmlns:a="http://schemas.openxmlformats.org/drawingml/2006/main">
                <a:ext uri="{FF2B5EF4-FFF2-40B4-BE49-F238E27FC236}">
                  <a16:creationId xmlns:a16="http://schemas.microsoft.com/office/drawing/2014/main" id="{9E0089AC-4F77-4ADD-96A9-63E5C2ED73E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334375" y="5391150"/>
              <a:ext cx="6905625" cy="1619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在示例中，评审者可以沿来源查找依据，未确认信息集中列出。</a:t>
              </a:r>
            </a:p>
          </p:txBody>
        </p:sp>
        <p:sp>
          <p:nvSpPr>
            <p:cNvPr id="18" name="C21-1--case-limit--18">
              <a:extLst xmlns:a="http://schemas.openxmlformats.org/drawingml/2006/main">
                <a:ext uri="{FF2B5EF4-FFF2-40B4-BE49-F238E27FC236}">
                  <a16:creationId xmlns:a16="http://schemas.microsoft.com/office/drawing/2014/main" id="{6EA17628-8A2B-42E8-B536-85055E9F8A6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6250" y="7486650"/>
              <a:ext cx="14973300" cy="571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适用边界：虚构情境，不代表真实客户效果或量化收益。</a:t>
              </a:r>
            </a:p>
          </p:txBody>
        </p:sp>
      </p:grpSp>
      <p:sp>
        <p:nvSpPr>
          <p:cNvPr id="19" name="chrome--footer-rule--19">
            <a:extLst xmlns:a="http://schemas.openxmlformats.org/drawingml/2006/main">
              <a:ext uri="{FF2B5EF4-FFF2-40B4-BE49-F238E27FC236}">
                <a16:creationId xmlns:a16="http://schemas.microsoft.com/office/drawing/2014/main" id="{C1FF0068-F39D-4E75-9E45-3AD0FF1E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20" name="chrome--footer--20">
            <a:extLst xmlns:a="http://schemas.openxmlformats.org/drawingml/2006/main">
              <a:ext uri="{FF2B5EF4-FFF2-40B4-BE49-F238E27FC236}">
                <a16:creationId xmlns:a16="http://schemas.microsoft.com/office/drawing/2014/main" id="{90D398AB-C116-4396-8340-DEBEE226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案例示例。真实案例需要可核验来源和授权，不编造客户名称、收益或前后对比。</a:t>
            </a:r>
          </a:p>
        </p:txBody>
      </p:sp>
    </p:spTree>
    <p:extLst>
      <p:ext uri="{BB962C8B-B14F-4D97-AF65-F5344CB8AC3E}">
        <p14:creationId xmlns:p14="http://schemas.microsoft.com/office/powerpoint/2010/main" val="172947560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945A6589-5AE1-4B14-80C9-0D75409B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12BE9339-647A-4DF8-A48F-8A7C3F71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EA773938-8B79-4BD7-810C-869D5A21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FD4DC568-1F0D-4326-BA19-1DC12BC3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AF331BC3-AFEC-4B0D-9150-0920C9EC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C22 / 通用组件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E527B5EC-C4EE-433A-B7DD-9F6A2D68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7" name="chrome--page-title--7">
            <a:extLst xmlns:a="http://schemas.openxmlformats.org/drawingml/2006/main">
              <a:ext uri="{FF2B5EF4-FFF2-40B4-BE49-F238E27FC236}">
                <a16:creationId xmlns:a16="http://schemas.microsoft.com/office/drawing/2014/main" id="{B818466C-8584-48C5-9F29-998BE340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471" y="1676400"/>
            <a:ext cx="1863743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与答疑</a:t>
            </a:r>
          </a:p>
        </p:txBody>
      </p:sp>
      <p:sp>
        <p:nvSpPr>
          <p:cNvPr id="8" name="chrome--page-subtitle--8">
            <a:extLst xmlns:a="http://schemas.openxmlformats.org/drawingml/2006/main">
              <a:ext uri="{FF2B5EF4-FFF2-40B4-BE49-F238E27FC236}">
                <a16:creationId xmlns:a16="http://schemas.microsoft.com/office/drawing/2014/main" id="{5498EF67-B095-43EF-9AF1-2EE9B25B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问题与回答一一对应，适用条件放在答案中，不以空泛结语代替解释。</a:t>
            </a:r>
          </a:p>
        </p:txBody>
      </p:sp>
      <p:grpSp>
        <p:nvGrpSpPr>
          <p:cNvPr id="24" name="C22-1"/>
          <p:cNvGrpSpPr/>
          <p:nvPr/>
        </p:nvGrpSpPr>
        <p:grpSpPr>
          <a:xfrm xmlns:a="http://schemas.openxmlformats.org/drawingml/2006/main">
            <a:off x="457200" y="3276600"/>
            <a:ext cx="15011400" cy="4667250"/>
            <a:chOff x="457200" y="3276600"/>
            <a:chExt cx="15011400" cy="4667250"/>
          </a:xfrm>
        </p:grpSpPr>
        <p:sp>
          <p:nvSpPr>
            <p:cNvPr id="9" name="C22-1--faq-row--9">
              <a:extLst xmlns:a="http://schemas.openxmlformats.org/drawingml/2006/main">
                <a:ext uri="{FF2B5EF4-FFF2-40B4-BE49-F238E27FC236}">
                  <a16:creationId xmlns:a16="http://schemas.microsoft.com/office/drawing/2014/main" id="{3A5824C7-75B2-44E5-B060-AA886833853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276600"/>
              <a:ext cx="15011400" cy="1441450"/>
            </a:xfrm>
            <a:prstGeom xmlns:a="http://schemas.openxmlformats.org/drawingml/2006/main" prst="roundRect">
              <a:avLst>
                <a:gd name="adj" fmla="val 15859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0" name="C22-1--faq-question--10">
              <a:extLst xmlns:a="http://schemas.openxmlformats.org/drawingml/2006/main">
                <a:ext uri="{FF2B5EF4-FFF2-40B4-BE49-F238E27FC236}">
                  <a16:creationId xmlns:a16="http://schemas.microsoft.com/office/drawing/2014/main" id="{F5BBDFA1-F912-4A12-9368-AADF6F4089B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4850" y="3505200"/>
              <a:ext cx="4803648" cy="1108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可以改字和换色吗？</a:t>
              </a:r>
            </a:p>
          </p:txBody>
        </p:sp>
        <p:sp>
          <p:nvSpPr>
            <p:cNvPr id="11" name="C22-1--faq-divider--11">
              <a:extLst xmlns:a="http://schemas.openxmlformats.org/drawingml/2006/main">
                <a:ext uri="{FF2B5EF4-FFF2-40B4-BE49-F238E27FC236}">
                  <a16:creationId xmlns:a16="http://schemas.microsoft.com/office/drawing/2014/main" id="{F7C584D5-B5F7-442A-9504-5191B63C6B1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6011418" y="3505200"/>
              <a:ext cx="0" cy="98425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12" name="C22-1--faq-answer--12">
              <a:extLst xmlns:a="http://schemas.openxmlformats.org/drawingml/2006/main">
                <a:ext uri="{FF2B5EF4-FFF2-40B4-BE49-F238E27FC236}">
                  <a16:creationId xmlns:a16="http://schemas.microsoft.com/office/drawing/2014/main" id="{F8397353-05D5-4ACD-AED4-0D335E9A818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61760" y="3533775"/>
              <a:ext cx="8406384" cy="1060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文字和形状分别可编辑，进入组合即可调整。图表与表格保留独立对象。</a:t>
              </a:r>
            </a:p>
          </p:txBody>
        </p:sp>
        <p:sp>
          <p:nvSpPr>
            <p:cNvPr id="13" name="C22-1--faq-row--13">
              <a:extLst xmlns:a="http://schemas.openxmlformats.org/drawingml/2006/main">
                <a:ext uri="{FF2B5EF4-FFF2-40B4-BE49-F238E27FC236}">
                  <a16:creationId xmlns:a16="http://schemas.microsoft.com/office/drawing/2014/main" id="{A6379F95-D47E-49C1-8B0C-1354036ED0B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4889500"/>
              <a:ext cx="15011400" cy="1441450"/>
            </a:xfrm>
            <a:prstGeom xmlns:a="http://schemas.openxmlformats.org/drawingml/2006/main" prst="roundRect">
              <a:avLst>
                <a:gd name="adj" fmla="val 15859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4" name="C22-1--faq-question--14">
              <a:extLst xmlns:a="http://schemas.openxmlformats.org/drawingml/2006/main">
                <a:ext uri="{FF2B5EF4-FFF2-40B4-BE49-F238E27FC236}">
                  <a16:creationId xmlns:a16="http://schemas.microsoft.com/office/drawing/2014/main" id="{F7B1F4C3-FF2B-4845-9CF9-0CB4E0D9BCE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4850" y="5118100"/>
              <a:ext cx="4803648" cy="1108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如何调整信息数量？</a:t>
              </a:r>
            </a:p>
          </p:txBody>
        </p:sp>
        <p:sp>
          <p:nvSpPr>
            <p:cNvPr id="15" name="C22-1--faq-divider--15">
              <a:extLst xmlns:a="http://schemas.openxmlformats.org/drawingml/2006/main">
                <a:ext uri="{FF2B5EF4-FFF2-40B4-BE49-F238E27FC236}">
                  <a16:creationId xmlns:a16="http://schemas.microsoft.com/office/drawing/2014/main" id="{2736E185-A148-4791-8DEB-3CACAECFF28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6011418" y="5118100"/>
              <a:ext cx="0" cy="98425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16" name="C22-1--faq-answer--16">
              <a:extLst xmlns:a="http://schemas.openxmlformats.org/drawingml/2006/main">
                <a:ext uri="{FF2B5EF4-FFF2-40B4-BE49-F238E27FC236}">
                  <a16:creationId xmlns:a16="http://schemas.microsoft.com/office/drawing/2014/main" id="{15F7F584-0ABE-48A5-9C21-74584D4B634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61760" y="5146675"/>
              <a:ext cx="8406384" cy="1060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在输入文件中增删节点或行列，再生成文稿。超过容量时拆页或调整结构。</a:t>
              </a:r>
            </a:p>
          </p:txBody>
        </p:sp>
        <p:sp>
          <p:nvSpPr>
            <p:cNvPr id="17" name="C22-1--faq-row--17">
              <a:extLst xmlns:a="http://schemas.openxmlformats.org/drawingml/2006/main">
                <a:ext uri="{FF2B5EF4-FFF2-40B4-BE49-F238E27FC236}">
                  <a16:creationId xmlns:a16="http://schemas.microsoft.com/office/drawing/2014/main" id="{9964AC41-250D-4487-A710-DC5D4B1C930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6502400"/>
              <a:ext cx="15011400" cy="1441450"/>
            </a:xfrm>
            <a:prstGeom xmlns:a="http://schemas.openxmlformats.org/drawingml/2006/main" prst="roundRect">
              <a:avLst>
                <a:gd name="adj" fmla="val 15859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8" name="C22-1--faq-question--18">
              <a:extLst xmlns:a="http://schemas.openxmlformats.org/drawingml/2006/main">
                <a:ext uri="{FF2B5EF4-FFF2-40B4-BE49-F238E27FC236}">
                  <a16:creationId xmlns:a16="http://schemas.microsoft.com/office/drawing/2014/main" id="{F6FF7FBC-6404-4778-A67C-7E1FA5F1914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4850" y="6731000"/>
              <a:ext cx="4803648" cy="1108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玻璃能完全复现吗？</a:t>
              </a:r>
            </a:p>
          </p:txBody>
        </p:sp>
        <p:sp>
          <p:nvSpPr>
            <p:cNvPr id="19" name="C22-1--faq-divider--19">
              <a:extLst xmlns:a="http://schemas.openxmlformats.org/drawingml/2006/main">
                <a:ext uri="{FF2B5EF4-FFF2-40B4-BE49-F238E27FC236}">
                  <a16:creationId xmlns:a16="http://schemas.microsoft.com/office/drawing/2014/main" id="{00D2D322-AB56-4B70-9E83-533E450350C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6011418" y="6731000"/>
              <a:ext cx="0" cy="98425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20" name="C22-1--faq-answer--20">
              <a:extLst xmlns:a="http://schemas.openxmlformats.org/drawingml/2006/main">
                <a:ext uri="{FF2B5EF4-FFF2-40B4-BE49-F238E27FC236}">
                  <a16:creationId xmlns:a16="http://schemas.microsoft.com/office/drawing/2014/main" id="{9B3699C0-347A-4E0B-8563-072D4ACAFB0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61760" y="6759575"/>
              <a:ext cx="8406384" cy="1060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PPT 采用透明渐变、白边和阴影近似材质，不包含实时背景模糊。</a:t>
              </a:r>
            </a:p>
          </p:txBody>
        </p:sp>
      </p:grpSp>
      <p:sp>
        <p:nvSpPr>
          <p:cNvPr id="21" name="chrome--footer-rule--21">
            <a:extLst xmlns:a="http://schemas.openxmlformats.org/drawingml/2006/main">
              <a:ext uri="{FF2B5EF4-FFF2-40B4-BE49-F238E27FC236}">
                <a16:creationId xmlns:a16="http://schemas.microsoft.com/office/drawing/2014/main" id="{928842D9-0EB4-4C96-B992-0FCCF0B5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22" name="chrome--footer--22">
            <a:extLst xmlns:a="http://schemas.openxmlformats.org/drawingml/2006/main">
              <a:ext uri="{FF2B5EF4-FFF2-40B4-BE49-F238E27FC236}">
                <a16:creationId xmlns:a16="http://schemas.microsoft.com/office/drawing/2014/main" id="{BC0FCC8B-BB97-4249-B10A-EC6679D0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使用方式：二至三组问答。针对听众真实问题填写，并保留答案的必要限制条件。</a:t>
            </a:r>
          </a:p>
        </p:txBody>
      </p:sp>
    </p:spTree>
    <p:extLst>
      <p:ext uri="{BB962C8B-B14F-4D97-AF65-F5344CB8AC3E}">
        <p14:creationId xmlns:p14="http://schemas.microsoft.com/office/powerpoint/2010/main" val="142484688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82A096D8-E730-47B3-8365-602B8180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68BC4530-F68F-4574-9B7E-AC4CFBD8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9528C72A-FC3E-45E5-9EA9-00F87AB1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EE7C8488-77D3-4CBC-987F-4AD2766D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8B32BEE7-E550-4463-9D87-F4234D98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C23 / 通用组件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D45A3689-982E-4531-A33D-7770C81B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章节</a:t>
            </a:r>
          </a:p>
        </p:txBody>
      </p:sp>
      <p:sp>
        <p:nvSpPr>
          <p:cNvPr id="7" name="chrome--page-title--7">
            <a:extLst xmlns:a="http://schemas.openxmlformats.org/drawingml/2006/main">
              <a:ext uri="{FF2B5EF4-FFF2-40B4-BE49-F238E27FC236}">
                <a16:creationId xmlns:a16="http://schemas.microsoft.com/office/drawing/2014/main" id="{ADF07DDA-57B6-4766-82B0-7C9914CC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471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转场</a:t>
            </a:r>
          </a:p>
        </p:txBody>
      </p:sp>
      <p:sp>
        <p:nvSpPr>
          <p:cNvPr id="8" name="chrome--page-subtitle--8">
            <a:extLst xmlns:a="http://schemas.openxmlformats.org/drawingml/2006/main">
              <a:ext uri="{FF2B5EF4-FFF2-40B4-BE49-F238E27FC236}">
                <a16:creationId xmlns:a16="http://schemas.microsoft.com/office/drawing/2014/main" id="{3D0343FD-5BD6-41A0-AD4C-CB6999BE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转场页只承担主题切换，让后续正文展开内容。</a:t>
            </a:r>
          </a:p>
        </p:txBody>
      </p:sp>
      <p:grpSp>
        <p:nvGrpSpPr>
          <p:cNvPr id="16" name="C23-1"/>
          <p:cNvGrpSpPr/>
          <p:nvPr/>
        </p:nvGrpSpPr>
        <p:grpSpPr>
          <a:xfrm xmlns:a="http://schemas.openxmlformats.org/drawingml/2006/main">
            <a:off x="762000" y="3381375"/>
            <a:ext cx="14401800" cy="4286250"/>
            <a:chOff x="762000" y="3381375"/>
            <a:chExt cx="14401800" cy="4286250"/>
          </a:xfrm>
        </p:grpSpPr>
        <p:sp>
          <p:nvSpPr>
            <p:cNvPr id="9" name="C23-1--chapter-number--9">
              <a:extLst xmlns:a="http://schemas.openxmlformats.org/drawingml/2006/main">
                <a:ext uri="{FF2B5EF4-FFF2-40B4-BE49-F238E27FC236}">
                  <a16:creationId xmlns:a16="http://schemas.microsoft.com/office/drawing/2014/main" id="{E02F3CED-368E-42E1-95BD-8C3E862BAAF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2000" y="3381375"/>
              <a:ext cx="1619250" cy="1000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60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60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60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10" name="C23-1--chapter-rule--10">
              <a:extLst xmlns:a="http://schemas.openxmlformats.org/drawingml/2006/main">
                <a:ext uri="{FF2B5EF4-FFF2-40B4-BE49-F238E27FC236}">
                  <a16:creationId xmlns:a16="http://schemas.microsoft.com/office/drawing/2014/main" id="{DF05A560-53A1-48F9-9E19-2C883908D01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2705100" y="3743325"/>
              <a:ext cx="124587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gradFill>
                <a:gsLst>
                  <a:gs pos="0">
                    <a:srgbClr val="FF2D12"/>
                  </a:gs>
                  <a:gs pos="35000">
                    <a:srgbClr val="FF771C"/>
                  </a:gs>
                  <a:gs pos="70000">
                    <a:srgbClr val="FFB85E"/>
                  </a:gs>
                  <a:gs pos="100000">
                    <a:srgbClr val="D2C4B5"/>
                  </a:gs>
                </a:gsLst>
                <a:lin ang="0"/>
              </a:gradFill>
              <a:prstDash val="solid"/>
            </a:ln>
          </p:spPr>
        </p:sp>
        <p:sp>
          <p:nvSpPr>
            <p:cNvPr id="11" name="C23-1--chapter-title--11">
              <a:extLst xmlns:a="http://schemas.openxmlformats.org/drawingml/2006/main">
                <a:ext uri="{FF2B5EF4-FFF2-40B4-BE49-F238E27FC236}">
                  <a16:creationId xmlns:a16="http://schemas.microsoft.com/office/drawing/2014/main" id="{0F4A6FD9-A4A2-439C-948B-3F77C7F053C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2000" y="4895850"/>
              <a:ext cx="14401800" cy="1295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57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57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57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协作流程与检查方法</a:t>
              </a:r>
            </a:p>
          </p:txBody>
        </p:sp>
        <p:sp>
          <p:nvSpPr>
            <p:cNvPr id="12" name="C23-1--chapter-subtitle--12">
              <a:extLst xmlns:a="http://schemas.openxmlformats.org/drawingml/2006/main">
                <a:ext uri="{FF2B5EF4-FFF2-40B4-BE49-F238E27FC236}">
                  <a16:creationId xmlns:a16="http://schemas.microsoft.com/office/drawing/2014/main" id="{F34A1B19-3A30-4127-9A29-7ACA47B6D3E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1050" y="6515100"/>
              <a:ext cx="14363700" cy="1095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接下来用一个任务，说明材料怎样进入工作流程。</a:t>
              </a:r>
            </a:p>
          </p:txBody>
        </p:sp>
      </p:grpSp>
      <p:sp>
        <p:nvSpPr>
          <p:cNvPr id="13" name="chrome--footer-rule--13">
            <a:extLst xmlns:a="http://schemas.openxmlformats.org/drawingml/2006/main">
              <a:ext uri="{FF2B5EF4-FFF2-40B4-BE49-F238E27FC236}">
                <a16:creationId xmlns:a16="http://schemas.microsoft.com/office/drawing/2014/main" id="{A8664489-56C9-4E10-BFB3-732B71FF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14" name="chrome--footer--14">
            <a:extLst xmlns:a="http://schemas.openxmlformats.org/drawingml/2006/main">
              <a:ext uri="{FF2B5EF4-FFF2-40B4-BE49-F238E27FC236}">
                <a16:creationId xmlns:a16="http://schemas.microsoft.com/office/drawing/2014/main" id="{3F4A7B24-3586-47E8-9869-B24C9CC8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使用方式：替换章节号、主题与一句引导，不在转场页提前重复正文结论。</a:t>
            </a:r>
          </a:p>
        </p:txBody>
      </p:sp>
    </p:spTree>
    <p:extLst>
      <p:ext uri="{BB962C8B-B14F-4D97-AF65-F5344CB8AC3E}">
        <p14:creationId xmlns:p14="http://schemas.microsoft.com/office/powerpoint/2010/main" val="20802419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67DD4DC1-FFF8-4697-88AE-6999E70E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CB45DA75-FA9D-448C-9079-218925D8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2B196E6C-1A80-463F-B80A-3A926E48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F0372821-A4E8-4457-AC00-0B9B8291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15BD3848-22A2-46B1-872F-6716BCB3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C24 / 通用组件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F33258F2-7D7B-47B2-BACD-6CEF3D44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封面</a:t>
            </a:r>
          </a:p>
        </p:txBody>
      </p:sp>
      <p:sp>
        <p:nvSpPr>
          <p:cNvPr id="7" name="chrome--page-title--7">
            <a:extLst xmlns:a="http://schemas.openxmlformats.org/drawingml/2006/main">
              <a:ext uri="{FF2B5EF4-FFF2-40B4-BE49-F238E27FC236}">
                <a16:creationId xmlns:a16="http://schemas.microsoft.com/office/drawing/2014/main" id="{36FC7675-29B6-4E94-82ED-1F61EABB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471" y="1676400"/>
            <a:ext cx="1863743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与收束</a:t>
            </a:r>
          </a:p>
        </p:txBody>
      </p:sp>
      <p:sp>
        <p:nvSpPr>
          <p:cNvPr id="8" name="chrome--page-subtitle--8">
            <a:extLst xmlns:a="http://schemas.openxmlformats.org/drawingml/2006/main">
              <a:ext uri="{FF2B5EF4-FFF2-40B4-BE49-F238E27FC236}">
                <a16:creationId xmlns:a16="http://schemas.microsoft.com/office/drawing/2014/main" id="{B1FEA899-A259-48FE-81DB-3C4F2D58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封面交代主题，收束页给出主张或下一步动作。</a:t>
            </a:r>
          </a:p>
        </p:txBody>
      </p:sp>
      <p:grpSp>
        <p:nvGrpSpPr>
          <p:cNvPr id="17" name="C24-1"/>
          <p:cNvGrpSpPr/>
          <p:nvPr/>
        </p:nvGrpSpPr>
        <p:grpSpPr>
          <a:xfrm xmlns:a="http://schemas.openxmlformats.org/drawingml/2006/main">
            <a:off x="762000" y="3381375"/>
            <a:ext cx="14401800" cy="4533900"/>
            <a:chOff x="762000" y="3381375"/>
            <a:chExt cx="14401800" cy="4533900"/>
          </a:xfrm>
        </p:grpSpPr>
        <p:sp>
          <p:nvSpPr>
            <p:cNvPr id="9" name="C24-1--hero-title--9">
              <a:extLst xmlns:a="http://schemas.openxmlformats.org/drawingml/2006/main">
                <a:ext uri="{FF2B5EF4-FFF2-40B4-BE49-F238E27FC236}">
                  <a16:creationId xmlns:a16="http://schemas.microsoft.com/office/drawing/2014/main" id="{EA0E408E-C803-4A55-82CB-78F0E4FD805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2000" y="3648075"/>
              <a:ext cx="3757974" cy="1905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57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57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57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让内容保持</a:t>
              </a:r>
            </a:p>
          </p:txBody>
        </p:sp>
        <p:sp>
          <p:nvSpPr>
            <p:cNvPr id="10" name="C24-1--hero-title--10">
              <a:extLst xmlns:a="http://schemas.openxmlformats.org/drawingml/2006/main">
                <a:ext uri="{FF2B5EF4-FFF2-40B4-BE49-F238E27FC236}">
                  <a16:creationId xmlns:a16="http://schemas.microsoft.com/office/drawing/2014/main" id="{C1ABAA88-81E9-4DE6-A70D-8A89C2443BF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81874" y="3648075"/>
              <a:ext cx="2273835" cy="1905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5700" b="1">
                  <a:gradFill>
                    <a:gsLst>
                      <a:gs pos="0">
                        <a:srgbClr val="FF7800"/>
                      </a:gs>
                      <a:gs pos="30000">
                        <a:srgbClr val="FF5000"/>
                      </a:gs>
                      <a:gs pos="60000">
                        <a:srgbClr val="FF2600"/>
                      </a:gs>
                      <a:gs pos="80000">
                        <a:srgbClr val="ED1006"/>
                      </a:gs>
                      <a:gs pos="100000">
                        <a:srgbClr val="D90404"/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57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5700" b="1">
                  <a:gradFill>
                    <a:gsLst>
                      <a:gs pos="0">
                        <a:srgbClr val="FF7800"/>
                      </a:gs>
                      <a:gs pos="30000">
                        <a:srgbClr val="FF5000"/>
                      </a:gs>
                      <a:gs pos="60000">
                        <a:srgbClr val="FF2600"/>
                      </a:gs>
                      <a:gs pos="80000">
                        <a:srgbClr val="ED1006"/>
                      </a:gs>
                      <a:gs pos="100000">
                        <a:srgbClr val="D90404"/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</a:rPr>
                <a:t>可编辑</a:t>
              </a:r>
            </a:p>
          </p:txBody>
        </p:sp>
        <p:sp>
          <p:nvSpPr>
            <p:cNvPr id="11" name="C24-1--hero-subtitle--11">
              <a:extLst xmlns:a="http://schemas.openxmlformats.org/drawingml/2006/main">
                <a:ext uri="{FF2B5EF4-FFF2-40B4-BE49-F238E27FC236}">
                  <a16:creationId xmlns:a16="http://schemas.microsoft.com/office/drawing/2014/main" id="{304E72B6-F255-4667-9084-711257E7A45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1050" y="5819775"/>
              <a:ext cx="14363700" cy="1047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2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2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2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暖白红橙玻璃视觉下的通用表达组件</a:t>
              </a:r>
            </a:p>
          </p:txBody>
        </p:sp>
        <p:sp>
          <p:nvSpPr>
            <p:cNvPr id="12" name="C24-1--hero-action--12">
              <a:extLst xmlns:a="http://schemas.openxmlformats.org/drawingml/2006/main">
                <a:ext uri="{FF2B5EF4-FFF2-40B4-BE49-F238E27FC236}">
                  <a16:creationId xmlns:a16="http://schemas.microsoft.com/office/drawing/2014/main" id="{758124B1-FE64-45E4-AFEC-0B84A828B64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2000" y="7029450"/>
              <a:ext cx="14401800" cy="885825"/>
            </a:xfrm>
            <a:prstGeom xmlns:a="http://schemas.openxmlformats.org/drawingml/2006/main" prst="roundRect">
              <a:avLst>
                <a:gd name="adj" fmla="val 25806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3" name="C24-1--hero-action-text--13">
              <a:extLst xmlns:a="http://schemas.openxmlformats.org/drawingml/2006/main">
                <a:ext uri="{FF2B5EF4-FFF2-40B4-BE49-F238E27FC236}">
                  <a16:creationId xmlns:a16="http://schemas.microsoft.com/office/drawing/2014/main" id="{359014E6-6695-4609-B2CC-C0D2EE57294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8700" y="7277100"/>
              <a:ext cx="1386840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下一步：选择适合内容关系的组件，再填入真实材料。</a:t>
              </a:r>
            </a:p>
          </p:txBody>
        </p:sp>
      </p:grpSp>
      <p:sp>
        <p:nvSpPr>
          <p:cNvPr id="14" name="chrome--footer-rule--14">
            <a:extLst xmlns:a="http://schemas.openxmlformats.org/drawingml/2006/main">
              <a:ext uri="{FF2B5EF4-FFF2-40B4-BE49-F238E27FC236}">
                <a16:creationId xmlns:a16="http://schemas.microsoft.com/office/drawing/2014/main" id="{CB9FC93F-5C54-40F7-B395-0375AC5A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15" name="chrome--footer--15">
            <a:extLst xmlns:a="http://schemas.openxmlformats.org/drawingml/2006/main">
              <a:ext uri="{FF2B5EF4-FFF2-40B4-BE49-F238E27FC236}">
                <a16:creationId xmlns:a16="http://schemas.microsoft.com/office/drawing/2014/main" id="{D64690C0-BF44-46BB-B3A3-B0632B25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使用方式：封面与收束共用层级规则。动作要具体，不重复上一页的整段总结。</a:t>
            </a:r>
          </a:p>
        </p:txBody>
      </p:sp>
    </p:spTree>
    <p:extLst>
      <p:ext uri="{BB962C8B-B14F-4D97-AF65-F5344CB8AC3E}">
        <p14:creationId xmlns:p14="http://schemas.microsoft.com/office/powerpoint/2010/main" val="383792540"/>
      </p:ext>
    </p:extLst>
  </p:cSld>
</p:sld>
</file>

<file path=ppt/theme/theme1.xml><?xml version="1.0" encoding="utf-8"?>
<a:theme xmlns:a="http://schemas.openxmlformats.org/drawingml/2006/main" name="ChatGPT">
  <a:themeElements>
    <a:clrScheme name="Warm Glass">
      <a:dk1>
        <a:srgbClr val="101219"/>
      </a:dk1>
      <a:lt1>
        <a:srgbClr val="FFFFFF"/>
      </a:lt1>
      <a:dk2>
        <a:srgbClr val="333333"/>
      </a:dk2>
      <a:lt2>
        <a:srgbClr val="FFF6EC"/>
      </a:lt2>
      <a:accent1>
        <a:srgbClr val="FF3D12"/>
      </a:accent1>
      <a:accent2>
        <a:srgbClr val="B92A16"/>
      </a:accent2>
      <a:accent3>
        <a:srgbClr val="FF7800"/>
      </a:accent3>
      <a:accent4>
        <a:srgbClr val="F28662"/>
      </a:accent4>
      <a:accent5>
        <a:srgbClr val="F2CB85"/>
      </a:accent5>
      <a:accent6>
        <a:srgbClr val="66615E"/>
      </a:accent6>
      <a:hlink>
        <a:srgbClr val="B92A16"/>
      </a:hlink>
      <a:folHlink>
        <a:srgbClr val="66615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Warm Gla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95250" dir="5400000">
              <a:srgbClr val="603F29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2026-10-16T10:56:03.5480000Z</dcterms:created>
  <dcterms:modified xsi:type="dcterms:W3CDTF">2026-10-16T10:56:03.5480000Z</dcterms:modified>
</coreProperties>
</file>